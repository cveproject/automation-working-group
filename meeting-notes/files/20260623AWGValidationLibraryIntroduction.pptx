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  <p:sldMasterId id="2147483687" r:id="rId5"/>
  </p:sldMasterIdLst>
  <p:notesMasterIdLst>
    <p:notesMasterId r:id="rId14"/>
  </p:notesMasterIdLst>
  <p:handoutMasterIdLst>
    <p:handoutMasterId r:id="rId15"/>
  </p:handoutMasterIdLst>
  <p:sldIdLst>
    <p:sldId id="369" r:id="rId6"/>
    <p:sldId id="370" r:id="rId7"/>
    <p:sldId id="371" r:id="rId8"/>
    <p:sldId id="372" r:id="rId9"/>
    <p:sldId id="257" r:id="rId10"/>
    <p:sldId id="258" r:id="rId11"/>
    <p:sldId id="376" r:id="rId12"/>
    <p:sldId id="3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94F94E-FFC0-524B-8BEF-B4EA8C57CD7F}" name="Christine L Deal" initials="CLD" userId="S::CDEAL@MITRE.ORG::09b9d9c1-e292-41e9-b59e-a8166b0d432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5007"/>
    <a:srgbClr val="FCB001"/>
    <a:srgbClr val="97D4EA"/>
    <a:srgbClr val="FFB3B3"/>
    <a:srgbClr val="ED79E5"/>
    <a:srgbClr val="161636"/>
    <a:srgbClr val="FFB000"/>
    <a:srgbClr val="190837"/>
    <a:srgbClr val="FF9C21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25" autoAdjust="0"/>
    <p:restoredTop sz="92273" autoAdjust="0"/>
  </p:normalViewPr>
  <p:slideViewPr>
    <p:cSldViewPr snapToGrid="0">
      <p:cViewPr varScale="1">
        <p:scale>
          <a:sx n="120" d="100"/>
          <a:sy n="120" d="100"/>
        </p:scale>
        <p:origin x="27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3154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CD485F-F544-3145-B741-3A3F24F53D9A}" type="doc">
      <dgm:prSet loTypeId="urn:microsoft.com/office/officeart/2024/layout/NumberedLinearArrowProcess#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E1FCD01-654A-3145-AA85-82D6B20478C8}">
      <dgm:prSet phldrT="[Text]" custT="1"/>
      <dgm:spPr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r>
            <a:rPr lang="en-US" sz="2000" dirty="0">
              <a:solidFill>
                <a:schemeClr val="tx1">
                  <a:lumMod val="75000"/>
                  <a:lumOff val="25000"/>
                </a:schemeClr>
              </a:solidFill>
            </a:rPr>
            <a:t>Executes consumer-defined schema validation</a:t>
          </a:r>
        </a:p>
      </dgm:t>
    </dgm:pt>
    <dgm:pt modelId="{4C19F01A-9553-F843-9FEC-AAAA39EF7C91}" type="parTrans" cxnId="{D0F1A51E-BD8F-234E-B76B-E4433807EBB1}">
      <dgm:prSet/>
      <dgm:spPr/>
      <dgm:t>
        <a:bodyPr/>
        <a:lstStyle/>
        <a:p>
          <a:endParaRPr lang="en-US"/>
        </a:p>
      </dgm:t>
    </dgm:pt>
    <dgm:pt modelId="{1A3A615B-A605-A64D-B4A8-6E03FC10E2EB}" type="sibTrans" cxnId="{D0F1A51E-BD8F-234E-B76B-E4433807EBB1}">
      <dgm:prSet phldrT="1" phldr="0"/>
      <dgm:spPr>
        <a:solidFill>
          <a:schemeClr val="bg2">
            <a:lumMod val="25000"/>
          </a:schemeClr>
        </a:solidFill>
        <a:ln>
          <a:solidFill>
            <a:schemeClr val="bg2">
              <a:lumMod val="25000"/>
            </a:schemeClr>
          </a:solidFill>
        </a:ln>
      </dgm:spPr>
      <dgm:t>
        <a:bodyPr/>
        <a:lstStyle/>
        <a:p>
          <a:r>
            <a:t>1</a:t>
          </a:r>
          <a:endParaRPr dirty="0"/>
        </a:p>
      </dgm:t>
    </dgm:pt>
    <dgm:pt modelId="{1E522D0C-2FC5-5C42-BB24-EDF238BC5A86}">
      <dgm:prSet phldrT="[Text]" custT="1"/>
      <dgm:spPr/>
      <dgm:t>
        <a:bodyPr/>
        <a:lstStyle/>
        <a:p>
          <a:r>
            <a:rPr lang="en-US" sz="2000" dirty="0"/>
            <a:t>Executes built-in CVE 5.2 Schema validation</a:t>
          </a:r>
        </a:p>
      </dgm:t>
    </dgm:pt>
    <dgm:pt modelId="{F24C6DE2-2569-AA42-B943-C597D3279166}" type="parTrans" cxnId="{1C76FE60-C118-6F4B-BEFB-89284BDF785F}">
      <dgm:prSet/>
      <dgm:spPr/>
      <dgm:t>
        <a:bodyPr/>
        <a:lstStyle/>
        <a:p>
          <a:endParaRPr lang="en-US"/>
        </a:p>
      </dgm:t>
    </dgm:pt>
    <dgm:pt modelId="{27F0DFFA-66E9-654F-8CC9-788AD52FEDB2}" type="sibTrans" cxnId="{1C76FE60-C118-6F4B-BEFB-89284BDF785F}">
      <dgm:prSet phldrT="2" phldr="0"/>
      <dgm:spPr/>
      <dgm:t>
        <a:bodyPr/>
        <a:lstStyle/>
        <a:p>
          <a:r>
            <a:t>2</a:t>
          </a:r>
          <a:endParaRPr dirty="0"/>
        </a:p>
      </dgm:t>
    </dgm:pt>
    <dgm:pt modelId="{8A06009D-2A44-2D43-B004-84DF809EF084}">
      <dgm:prSet phldrT="[Text]" custT="1"/>
      <dgm:spPr/>
      <dgm:t>
        <a:bodyPr/>
        <a:lstStyle/>
        <a:p>
          <a:r>
            <a:rPr lang="en-US" sz="2000" dirty="0"/>
            <a:t>Returns Diagnostics report</a:t>
          </a:r>
        </a:p>
        <a:p>
          <a:r>
            <a:rPr lang="en-US" sz="1600" dirty="0"/>
            <a:t>e.g.: errors/warnings</a:t>
          </a:r>
        </a:p>
      </dgm:t>
    </dgm:pt>
    <dgm:pt modelId="{A56844C0-A77D-7E47-80AB-43A9CAFF596A}" type="parTrans" cxnId="{E3087526-BB58-7A47-B94D-E67561B451B1}">
      <dgm:prSet/>
      <dgm:spPr/>
      <dgm:t>
        <a:bodyPr/>
        <a:lstStyle/>
        <a:p>
          <a:endParaRPr lang="en-US"/>
        </a:p>
      </dgm:t>
    </dgm:pt>
    <dgm:pt modelId="{821776A7-0D97-3647-8155-93C1FD18EFD1}" type="sibTrans" cxnId="{E3087526-BB58-7A47-B94D-E67561B451B1}">
      <dgm:prSet phldrT="5" phldr="0"/>
      <dgm:spPr/>
      <dgm:t>
        <a:bodyPr/>
        <a:lstStyle/>
        <a:p>
          <a:r>
            <a:rPr lang="en-US" dirty="0"/>
            <a:t>5</a:t>
          </a:r>
        </a:p>
      </dgm:t>
    </dgm:pt>
    <dgm:pt modelId="{45268FA5-37FB-E542-A6DC-5F13BCA852E2}">
      <dgm:prSet phldrT="[Text]" custT="1"/>
      <dgm:spPr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pPr algn="ctr"/>
          <a:r>
            <a:rPr lang="en-US" sz="2000" dirty="0">
              <a:solidFill>
                <a:schemeClr val="tx1">
                  <a:lumMod val="75000"/>
                  <a:lumOff val="25000"/>
                </a:schemeClr>
              </a:solidFill>
            </a:rPr>
            <a:t>Executes consumer-defined rules validation</a:t>
          </a:r>
        </a:p>
      </dgm:t>
    </dgm:pt>
    <dgm:pt modelId="{156BF701-608A-3840-8259-4F2658E2BE08}" type="parTrans" cxnId="{4FE5140C-A807-5E4D-B88D-1F7489641576}">
      <dgm:prSet/>
      <dgm:spPr/>
      <dgm:t>
        <a:bodyPr/>
        <a:lstStyle/>
        <a:p>
          <a:endParaRPr lang="en-US"/>
        </a:p>
      </dgm:t>
    </dgm:pt>
    <dgm:pt modelId="{AC6EF210-4CF5-D149-A89F-E98880CD2320}" type="sibTrans" cxnId="{4FE5140C-A807-5E4D-B88D-1F7489641576}">
      <dgm:prSet phldrT="3" phldr="0"/>
      <dgm:spPr>
        <a:solidFill>
          <a:srgbClr val="695007"/>
        </a:solidFill>
        <a:ln>
          <a:solidFill>
            <a:srgbClr val="695007"/>
          </a:solidFill>
        </a:ln>
      </dgm:spPr>
      <dgm:t>
        <a:bodyPr/>
        <a:lstStyle/>
        <a:p>
          <a:r>
            <a:rPr lang="en-US"/>
            <a:t>3</a:t>
          </a:r>
        </a:p>
      </dgm:t>
    </dgm:pt>
    <dgm:pt modelId="{3BB91549-6FF1-B443-BF76-B5B947859055}">
      <dgm:prSet phldrT="[Text]" custT="1"/>
      <dgm:spPr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pPr algn="ctr"/>
          <a:r>
            <a:rPr lang="en-US" sz="2000" dirty="0">
              <a:solidFill>
                <a:schemeClr val="tx1">
                  <a:lumMod val="95000"/>
                  <a:lumOff val="5000"/>
                </a:schemeClr>
              </a:solidFill>
            </a:rPr>
            <a:t>Executes built-in CVE business rules</a:t>
          </a:r>
        </a:p>
        <a:p>
          <a:pPr algn="ctr"/>
          <a:r>
            <a:rPr lang="en-US" sz="1600" dirty="0">
              <a:solidFill>
                <a:schemeClr val="tx1">
                  <a:lumMod val="95000"/>
                  <a:lumOff val="5000"/>
                </a:schemeClr>
              </a:solidFill>
            </a:rPr>
            <a:t>e.g.: PURL validation</a:t>
          </a:r>
        </a:p>
      </dgm:t>
    </dgm:pt>
    <dgm:pt modelId="{5DA476D2-0113-F644-A1B1-143E82B4ED3C}" type="parTrans" cxnId="{C98F0F70-BD54-B44E-8AE0-959982CBE481}">
      <dgm:prSet/>
      <dgm:spPr/>
      <dgm:t>
        <a:bodyPr/>
        <a:lstStyle/>
        <a:p>
          <a:endParaRPr lang="en-US"/>
        </a:p>
      </dgm:t>
    </dgm:pt>
    <dgm:pt modelId="{4FBFDCC7-A5B1-C342-AD9C-918B97526069}" type="sibTrans" cxnId="{C98F0F70-BD54-B44E-8AE0-959982CBE481}">
      <dgm:prSet phldrT="4" phldr="0"/>
      <dgm:spPr>
        <a:solidFill>
          <a:srgbClr val="FCB001"/>
        </a:solidFill>
        <a:ln>
          <a:solidFill>
            <a:srgbClr val="695007"/>
          </a:solidFill>
        </a:ln>
      </dgm:spPr>
      <dgm:t>
        <a:bodyPr/>
        <a:lstStyle/>
        <a:p>
          <a:r>
            <a:rPr lang="en-US" dirty="0"/>
            <a:t>4</a:t>
          </a:r>
        </a:p>
      </dgm:t>
    </dgm:pt>
    <dgm:pt modelId="{8F0E23CD-3289-6448-B086-924889FC57DB}" type="pres">
      <dgm:prSet presAssocID="{52CD485F-F544-3145-B741-3A3F24F53D9A}" presName="linearFlow" presStyleCnt="0">
        <dgm:presLayoutVars>
          <dgm:dir/>
          <dgm:animLvl val="lvl"/>
          <dgm:resizeHandles val="exact"/>
        </dgm:presLayoutVars>
      </dgm:prSet>
      <dgm:spPr/>
    </dgm:pt>
    <dgm:pt modelId="{CCC2CAA8-4F1E-5D42-A6A5-45D2E7DC7755}" type="pres">
      <dgm:prSet presAssocID="{AE1FCD01-654A-3145-AA85-82D6B20478C8}" presName="compositeNode" presStyleCnt="0"/>
      <dgm:spPr/>
    </dgm:pt>
    <dgm:pt modelId="{7B470733-B5C6-8744-811B-E32F08069A0D}" type="pres">
      <dgm:prSet presAssocID="{AE1FCD01-654A-3145-AA85-82D6B20478C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8FB0B9C-10A4-9945-ACA4-A4E39D63A6A9}" type="pres">
      <dgm:prSet presAssocID="{AE1FCD01-654A-3145-AA85-82D6B20478C8}" presName="parSh" presStyleCnt="0"/>
      <dgm:spPr/>
    </dgm:pt>
    <dgm:pt modelId="{F48DB037-023E-5E41-9694-EF2CF48B5436}" type="pres">
      <dgm:prSet presAssocID="{AE1FCD01-654A-3145-AA85-82D6B20478C8}" presName="lineNode" presStyleLbl="alignNode1" presStyleIdx="0" presStyleCnt="15"/>
      <dgm:spPr/>
    </dgm:pt>
    <dgm:pt modelId="{CE17963E-300B-FD4E-A965-6B9E50F514A7}" type="pres">
      <dgm:prSet presAssocID="{AE1FCD01-654A-3145-AA85-82D6B20478C8}" presName="lineArrowNode" presStyleLbl="alignNode1" presStyleIdx="1" presStyleCnt="15"/>
      <dgm:spPr/>
    </dgm:pt>
    <dgm:pt modelId="{32D40B84-3F6F-DD44-89BC-E1A5C55C4DA0}" type="pres">
      <dgm:prSet presAssocID="{1A3A615B-A605-A64D-B4A8-6E03FC10E2EB}" presName="sibTransNodeCircle" presStyleLbl="alignNode1" presStyleIdx="2" presStyleCnt="15">
        <dgm:presLayoutVars>
          <dgm:chMax val="0"/>
          <dgm:bulletEnabled/>
        </dgm:presLayoutVars>
      </dgm:prSet>
      <dgm:spPr/>
    </dgm:pt>
    <dgm:pt modelId="{BCE717D7-9BCB-774D-9F0F-4895BCE0DFB3}" type="pres">
      <dgm:prSet presAssocID="{1A3A615B-A605-A64D-B4A8-6E03FC10E2EB}" presName="spacerBetweenCircleAndCallout" presStyleCnt="0">
        <dgm:presLayoutVars/>
      </dgm:prSet>
      <dgm:spPr/>
    </dgm:pt>
    <dgm:pt modelId="{E788315F-B0ED-EE43-91C1-C947B31B61F2}" type="pres">
      <dgm:prSet presAssocID="{1A3A615B-A605-A64D-B4A8-6E03FC10E2EB}" presName="verticalConnector" presStyleLbl="alignAccFollowNode1" presStyleIdx="0" presStyleCnt="5"/>
      <dgm:spPr/>
    </dgm:pt>
    <dgm:pt modelId="{DAC5E7CA-4310-1447-8D88-29CD549CFBA8}" type="pres">
      <dgm:prSet presAssocID="{AE1FCD01-654A-3145-AA85-82D6B20478C8}" presName="nodeText" presStyleLbl="fgAcc1" presStyleIdx="0" presStyleCnt="5" custScaleY="100000">
        <dgm:presLayoutVars>
          <dgm:bulletEnabled val="1"/>
        </dgm:presLayoutVars>
      </dgm:prSet>
      <dgm:spPr/>
    </dgm:pt>
    <dgm:pt modelId="{5EF20D1A-36C8-E64B-9FA4-6D8D2C9399A9}" type="pres">
      <dgm:prSet presAssocID="{1A3A615B-A605-A64D-B4A8-6E03FC10E2EB}" presName="sibTransComposite" presStyleCnt="0"/>
      <dgm:spPr/>
    </dgm:pt>
    <dgm:pt modelId="{E15B83D2-9631-3847-858A-7468C85CC4DF}" type="pres">
      <dgm:prSet presAssocID="{1E522D0C-2FC5-5C42-BB24-EDF238BC5A86}" presName="compositeNode" presStyleCnt="0"/>
      <dgm:spPr/>
    </dgm:pt>
    <dgm:pt modelId="{12A98EA4-5BD8-034D-B170-AC1BC2F444FB}" type="pres">
      <dgm:prSet presAssocID="{1E522D0C-2FC5-5C42-BB24-EDF238BC5A8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63D6455-3AF6-9F45-B3E6-D9D3C3CC9622}" type="pres">
      <dgm:prSet presAssocID="{1E522D0C-2FC5-5C42-BB24-EDF238BC5A86}" presName="parSh" presStyleCnt="0"/>
      <dgm:spPr/>
    </dgm:pt>
    <dgm:pt modelId="{DCA75859-DD18-1D48-B400-1CF098635099}" type="pres">
      <dgm:prSet presAssocID="{1E522D0C-2FC5-5C42-BB24-EDF238BC5A86}" presName="lineNode" presStyleLbl="alignNode1" presStyleIdx="3" presStyleCnt="15"/>
      <dgm:spPr/>
    </dgm:pt>
    <dgm:pt modelId="{FBC3559A-E8EF-2F48-B9FB-3CF8B081990C}" type="pres">
      <dgm:prSet presAssocID="{1E522D0C-2FC5-5C42-BB24-EDF238BC5A86}" presName="lineArrowNode" presStyleLbl="alignNode1" presStyleIdx="4" presStyleCnt="15" custLinFactNeighborX="0"/>
      <dgm:spPr/>
    </dgm:pt>
    <dgm:pt modelId="{D9E91685-8A56-1742-B181-2A0A99543F0F}" type="pres">
      <dgm:prSet presAssocID="{27F0DFFA-66E9-654F-8CC9-788AD52FEDB2}" presName="sibTransNodeCircle" presStyleLbl="alignNode1" presStyleIdx="5" presStyleCnt="15" custLinFactNeighborX="-3125" custLinFactNeighborY="4304">
        <dgm:presLayoutVars>
          <dgm:chMax val="0"/>
          <dgm:bulletEnabled/>
        </dgm:presLayoutVars>
      </dgm:prSet>
      <dgm:spPr/>
    </dgm:pt>
    <dgm:pt modelId="{98C71923-A0CB-5149-B271-8641F40EF1ED}" type="pres">
      <dgm:prSet presAssocID="{27F0DFFA-66E9-654F-8CC9-788AD52FEDB2}" presName="spacerBetweenCircleAndCallout" presStyleCnt="0">
        <dgm:presLayoutVars/>
      </dgm:prSet>
      <dgm:spPr/>
    </dgm:pt>
    <dgm:pt modelId="{B7C4A58B-11FD-9B48-BA4D-990D1BB2D038}" type="pres">
      <dgm:prSet presAssocID="{27F0DFFA-66E9-654F-8CC9-788AD52FEDB2}" presName="verticalConnector" presStyleLbl="alignAccFollowNode1" presStyleIdx="1" presStyleCnt="5"/>
      <dgm:spPr/>
    </dgm:pt>
    <dgm:pt modelId="{0B271BA5-3704-7548-8BAE-161A1B95107E}" type="pres">
      <dgm:prSet presAssocID="{1E522D0C-2FC5-5C42-BB24-EDF238BC5A86}" presName="nodeText" presStyleLbl="fgAcc1" presStyleIdx="1" presStyleCnt="5" custScaleY="100000" custLinFactNeighborX="1206">
        <dgm:presLayoutVars>
          <dgm:bulletEnabled val="1"/>
        </dgm:presLayoutVars>
      </dgm:prSet>
      <dgm:spPr/>
    </dgm:pt>
    <dgm:pt modelId="{17A1949F-FE49-2B4C-83EB-89D591BC7A10}" type="pres">
      <dgm:prSet presAssocID="{27F0DFFA-66E9-654F-8CC9-788AD52FEDB2}" presName="sibTransComposite" presStyleCnt="0"/>
      <dgm:spPr/>
    </dgm:pt>
    <dgm:pt modelId="{1AE0761A-563D-1B41-9081-8214A1DE0A33}" type="pres">
      <dgm:prSet presAssocID="{45268FA5-37FB-E542-A6DC-5F13BCA852E2}" presName="compositeNode" presStyleCnt="0"/>
      <dgm:spPr/>
    </dgm:pt>
    <dgm:pt modelId="{64B4933D-6179-9D46-9A3A-165A1172CA1B}" type="pres">
      <dgm:prSet presAssocID="{45268FA5-37FB-E542-A6DC-5F13BCA852E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FD67F80-84EA-1E45-B60B-5FE6E5D29ABE}" type="pres">
      <dgm:prSet presAssocID="{45268FA5-37FB-E542-A6DC-5F13BCA852E2}" presName="parSh" presStyleCnt="0"/>
      <dgm:spPr/>
    </dgm:pt>
    <dgm:pt modelId="{84C4B2C6-421B-354D-A9A3-3C608BEA755B}" type="pres">
      <dgm:prSet presAssocID="{45268FA5-37FB-E542-A6DC-5F13BCA852E2}" presName="lineNode" presStyleLbl="alignNode1" presStyleIdx="6" presStyleCnt="15"/>
      <dgm:spPr/>
    </dgm:pt>
    <dgm:pt modelId="{240DA896-F08F-404B-8713-2D6F01396455}" type="pres">
      <dgm:prSet presAssocID="{45268FA5-37FB-E542-A6DC-5F13BCA852E2}" presName="lineArrowNode" presStyleLbl="alignNode1" presStyleIdx="7" presStyleCnt="15"/>
      <dgm:spPr/>
    </dgm:pt>
    <dgm:pt modelId="{46AF5263-0394-984C-ACE6-977D0E4B0FAA}" type="pres">
      <dgm:prSet presAssocID="{AC6EF210-4CF5-D149-A89F-E98880CD2320}" presName="sibTransNodeCircle" presStyleLbl="alignNode1" presStyleIdx="8" presStyleCnt="15">
        <dgm:presLayoutVars>
          <dgm:chMax val="0"/>
          <dgm:bulletEnabled/>
        </dgm:presLayoutVars>
      </dgm:prSet>
      <dgm:spPr/>
    </dgm:pt>
    <dgm:pt modelId="{1ADDE17A-1963-EC40-BE4F-C93DB1E6A391}" type="pres">
      <dgm:prSet presAssocID="{AC6EF210-4CF5-D149-A89F-E98880CD2320}" presName="spacerBetweenCircleAndCallout" presStyleCnt="0">
        <dgm:presLayoutVars/>
      </dgm:prSet>
      <dgm:spPr/>
    </dgm:pt>
    <dgm:pt modelId="{4B480609-0E38-744E-8DFD-08E2640F09D8}" type="pres">
      <dgm:prSet presAssocID="{AC6EF210-4CF5-D149-A89F-E98880CD2320}" presName="verticalConnector" presStyleLbl="alignAccFollowNode1" presStyleIdx="2" presStyleCnt="5"/>
      <dgm:spPr/>
    </dgm:pt>
    <dgm:pt modelId="{D8332778-385D-4942-9BED-E09E87D838B6}" type="pres">
      <dgm:prSet presAssocID="{45268FA5-37FB-E542-A6DC-5F13BCA852E2}" presName="nodeText" presStyleLbl="fgAcc1" presStyleIdx="2" presStyleCnt="5" custScaleY="100000">
        <dgm:presLayoutVars>
          <dgm:bulletEnabled val="1"/>
        </dgm:presLayoutVars>
      </dgm:prSet>
      <dgm:spPr/>
    </dgm:pt>
    <dgm:pt modelId="{5B4F49ED-0F69-1843-84B9-0454CD042A41}" type="pres">
      <dgm:prSet presAssocID="{AC6EF210-4CF5-D149-A89F-E98880CD2320}" presName="sibTransComposite" presStyleCnt="0"/>
      <dgm:spPr/>
    </dgm:pt>
    <dgm:pt modelId="{27A24CA5-C97E-3A4C-A9B4-62C99636E766}" type="pres">
      <dgm:prSet presAssocID="{3BB91549-6FF1-B443-BF76-B5B947859055}" presName="compositeNode" presStyleCnt="0"/>
      <dgm:spPr/>
    </dgm:pt>
    <dgm:pt modelId="{3F611623-8E26-F94E-A21F-F014ABAFCC9E}" type="pres">
      <dgm:prSet presAssocID="{3BB91549-6FF1-B443-BF76-B5B94785905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2F9F646-EA9F-F945-A784-9074F0B4D2F9}" type="pres">
      <dgm:prSet presAssocID="{3BB91549-6FF1-B443-BF76-B5B947859055}" presName="parSh" presStyleCnt="0"/>
      <dgm:spPr/>
    </dgm:pt>
    <dgm:pt modelId="{38A9EDC8-F1F2-A14D-975C-66DDE0372A81}" type="pres">
      <dgm:prSet presAssocID="{3BB91549-6FF1-B443-BF76-B5B947859055}" presName="lineNode" presStyleLbl="alignNode1" presStyleIdx="9" presStyleCnt="15"/>
      <dgm:spPr/>
    </dgm:pt>
    <dgm:pt modelId="{78A0D114-8C4E-4E4F-BA33-0264C0B4DC87}" type="pres">
      <dgm:prSet presAssocID="{3BB91549-6FF1-B443-BF76-B5B947859055}" presName="lineArrowNode" presStyleLbl="alignNode1" presStyleIdx="10" presStyleCnt="15"/>
      <dgm:spPr/>
    </dgm:pt>
    <dgm:pt modelId="{CAF53E14-8F12-F249-8870-7DE80DD1A4D1}" type="pres">
      <dgm:prSet presAssocID="{4FBFDCC7-A5B1-C342-AD9C-918B97526069}" presName="sibTransNodeCircle" presStyleLbl="alignNode1" presStyleIdx="11" presStyleCnt="15">
        <dgm:presLayoutVars>
          <dgm:chMax val="0"/>
          <dgm:bulletEnabled/>
        </dgm:presLayoutVars>
      </dgm:prSet>
      <dgm:spPr/>
    </dgm:pt>
    <dgm:pt modelId="{3FDF19FA-153A-2547-B7EC-80A4C89D0BAB}" type="pres">
      <dgm:prSet presAssocID="{4FBFDCC7-A5B1-C342-AD9C-918B97526069}" presName="spacerBetweenCircleAndCallout" presStyleCnt="0">
        <dgm:presLayoutVars/>
      </dgm:prSet>
      <dgm:spPr/>
    </dgm:pt>
    <dgm:pt modelId="{2E17F62F-D150-3C45-86D2-3A698B8654F2}" type="pres">
      <dgm:prSet presAssocID="{4FBFDCC7-A5B1-C342-AD9C-918B97526069}" presName="verticalConnector" presStyleLbl="alignAccFollowNode1" presStyleIdx="3" presStyleCnt="5"/>
      <dgm:spPr/>
    </dgm:pt>
    <dgm:pt modelId="{4CE039B8-9B3F-6C4A-8931-B957688A8D38}" type="pres">
      <dgm:prSet presAssocID="{3BB91549-6FF1-B443-BF76-B5B947859055}" presName="nodeText" presStyleLbl="fgAcc1" presStyleIdx="3" presStyleCnt="5">
        <dgm:presLayoutVars>
          <dgm:bulletEnabled val="1"/>
        </dgm:presLayoutVars>
      </dgm:prSet>
      <dgm:spPr/>
    </dgm:pt>
    <dgm:pt modelId="{E0F6BA5C-CB1C-D748-8CFF-170730172372}" type="pres">
      <dgm:prSet presAssocID="{4FBFDCC7-A5B1-C342-AD9C-918B97526069}" presName="sibTransComposite" presStyleCnt="0"/>
      <dgm:spPr/>
    </dgm:pt>
    <dgm:pt modelId="{204F5A27-E9B2-BF45-B372-E1B49AEED837}" type="pres">
      <dgm:prSet presAssocID="{8A06009D-2A44-2D43-B004-84DF809EF084}" presName="compositeNode" presStyleCnt="0"/>
      <dgm:spPr/>
    </dgm:pt>
    <dgm:pt modelId="{0D6C6319-F13C-0C4C-A035-C8543A8D7DEA}" type="pres">
      <dgm:prSet presAssocID="{8A06009D-2A44-2D43-B004-84DF809EF08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89ACD75-12E2-5145-B969-34692A7FD9DB}" type="pres">
      <dgm:prSet presAssocID="{8A06009D-2A44-2D43-B004-84DF809EF084}" presName="parSh" presStyleCnt="0"/>
      <dgm:spPr/>
    </dgm:pt>
    <dgm:pt modelId="{8DA54DC3-56EC-B247-B134-0B3F0BFDF06F}" type="pres">
      <dgm:prSet presAssocID="{8A06009D-2A44-2D43-B004-84DF809EF084}" presName="lineNode" presStyleLbl="alignNode1" presStyleIdx="12" presStyleCnt="15"/>
      <dgm:spPr/>
    </dgm:pt>
    <dgm:pt modelId="{B441D880-C242-CB4D-9FBF-3C93567EB22F}" type="pres">
      <dgm:prSet presAssocID="{8A06009D-2A44-2D43-B004-84DF809EF084}" presName="lineArrowNode" presStyleLbl="alignNode1" presStyleIdx="13" presStyleCnt="15"/>
      <dgm:spPr/>
    </dgm:pt>
    <dgm:pt modelId="{1FBE828D-2A92-AD44-ABCD-D66BB2249488}" type="pres">
      <dgm:prSet presAssocID="{821776A7-0D97-3647-8155-93C1FD18EFD1}" presName="sibTransNodeCircle" presStyleLbl="alignNode1" presStyleIdx="14" presStyleCnt="15">
        <dgm:presLayoutVars>
          <dgm:chMax val="0"/>
          <dgm:bulletEnabled/>
        </dgm:presLayoutVars>
      </dgm:prSet>
      <dgm:spPr/>
    </dgm:pt>
    <dgm:pt modelId="{556FE428-83A6-D44C-881B-8284D9F880D2}" type="pres">
      <dgm:prSet presAssocID="{821776A7-0D97-3647-8155-93C1FD18EFD1}" presName="spacerBetweenCircleAndCallout" presStyleCnt="0">
        <dgm:presLayoutVars/>
      </dgm:prSet>
      <dgm:spPr/>
    </dgm:pt>
    <dgm:pt modelId="{F8C0BCB7-2984-8649-9DC8-5A980A220D32}" type="pres">
      <dgm:prSet presAssocID="{821776A7-0D97-3647-8155-93C1FD18EFD1}" presName="verticalConnector" presStyleLbl="alignAccFollowNode1" presStyleIdx="4" presStyleCnt="5"/>
      <dgm:spPr/>
    </dgm:pt>
    <dgm:pt modelId="{55EA28DB-2CDA-3B4A-A54A-7DAC35C300A7}" type="pres">
      <dgm:prSet presAssocID="{8A06009D-2A44-2D43-B004-84DF809EF084}" presName="nodeText" presStyleLbl="fgAcc1" presStyleIdx="4" presStyleCnt="5" custScaleY="100000">
        <dgm:presLayoutVars>
          <dgm:bulletEnabled val="1"/>
        </dgm:presLayoutVars>
      </dgm:prSet>
      <dgm:spPr/>
    </dgm:pt>
  </dgm:ptLst>
  <dgm:cxnLst>
    <dgm:cxn modelId="{10593E01-2963-5141-A30E-1DC20B751E96}" type="presOf" srcId="{AE1FCD01-654A-3145-AA85-82D6B20478C8}" destId="{DAC5E7CA-4310-1447-8D88-29CD549CFBA8}" srcOrd="1" destOrd="0" presId="urn:microsoft.com/office/officeart/2024/layout/NumberedLinearArrowProcess#1"/>
    <dgm:cxn modelId="{4FE5140C-A807-5E4D-B88D-1F7489641576}" srcId="{52CD485F-F544-3145-B741-3A3F24F53D9A}" destId="{45268FA5-37FB-E542-A6DC-5F13BCA852E2}" srcOrd="2" destOrd="0" parTransId="{156BF701-608A-3840-8259-4F2658E2BE08}" sibTransId="{AC6EF210-4CF5-D149-A89F-E98880CD2320}"/>
    <dgm:cxn modelId="{B34AC00C-BB20-C74B-A5D5-1050ADB5ABF1}" type="presOf" srcId="{27F0DFFA-66E9-654F-8CC9-788AD52FEDB2}" destId="{D9E91685-8A56-1742-B181-2A0A99543F0F}" srcOrd="0" destOrd="0" presId="urn:microsoft.com/office/officeart/2024/layout/NumberedLinearArrowProcess#1"/>
    <dgm:cxn modelId="{FC46DD0D-94CE-D54B-AB55-457A103E3C6C}" type="presOf" srcId="{1E522D0C-2FC5-5C42-BB24-EDF238BC5A86}" destId="{FBC3559A-E8EF-2F48-B9FB-3CF8B081990C}" srcOrd="0" destOrd="0" presId="urn:microsoft.com/office/officeart/2024/layout/NumberedLinearArrowProcess#1"/>
    <dgm:cxn modelId="{FD350119-91EB-3146-B575-1585B5B955DD}" type="presOf" srcId="{4FBFDCC7-A5B1-C342-AD9C-918B97526069}" destId="{CAF53E14-8F12-F249-8870-7DE80DD1A4D1}" srcOrd="0" destOrd="0" presId="urn:microsoft.com/office/officeart/2024/layout/NumberedLinearArrowProcess#1"/>
    <dgm:cxn modelId="{D0F1A51E-BD8F-234E-B76B-E4433807EBB1}" srcId="{52CD485F-F544-3145-B741-3A3F24F53D9A}" destId="{AE1FCD01-654A-3145-AA85-82D6B20478C8}" srcOrd="0" destOrd="0" parTransId="{4C19F01A-9553-F843-9FEC-AAAA39EF7C91}" sibTransId="{1A3A615B-A605-A64D-B4A8-6E03FC10E2EB}"/>
    <dgm:cxn modelId="{0788B320-01EF-5C4F-AB93-DBDD08047781}" type="presOf" srcId="{3BB91549-6FF1-B443-BF76-B5B947859055}" destId="{4CE039B8-9B3F-6C4A-8931-B957688A8D38}" srcOrd="1" destOrd="0" presId="urn:microsoft.com/office/officeart/2024/layout/NumberedLinearArrowProcess#1"/>
    <dgm:cxn modelId="{E3087526-BB58-7A47-B94D-E67561B451B1}" srcId="{52CD485F-F544-3145-B741-3A3F24F53D9A}" destId="{8A06009D-2A44-2D43-B004-84DF809EF084}" srcOrd="4" destOrd="0" parTransId="{A56844C0-A77D-7E47-80AB-43A9CAFF596A}" sibTransId="{821776A7-0D97-3647-8155-93C1FD18EFD1}"/>
    <dgm:cxn modelId="{4645B437-EBB1-3F46-920C-C091D0EF204B}" type="presOf" srcId="{1E522D0C-2FC5-5C42-BB24-EDF238BC5A86}" destId="{0B271BA5-3704-7548-8BAE-161A1B95107E}" srcOrd="1" destOrd="0" presId="urn:microsoft.com/office/officeart/2024/layout/NumberedLinearArrowProcess#1"/>
    <dgm:cxn modelId="{1C76FE60-C118-6F4B-BEFB-89284BDF785F}" srcId="{52CD485F-F544-3145-B741-3A3F24F53D9A}" destId="{1E522D0C-2FC5-5C42-BB24-EDF238BC5A86}" srcOrd="1" destOrd="0" parTransId="{F24C6DE2-2569-AA42-B943-C597D3279166}" sibTransId="{27F0DFFA-66E9-654F-8CC9-788AD52FEDB2}"/>
    <dgm:cxn modelId="{8FC25E44-5B61-F34A-A62F-2B9BF9E39806}" type="presOf" srcId="{45268FA5-37FB-E542-A6DC-5F13BCA852E2}" destId="{240DA896-F08F-404B-8713-2D6F01396455}" srcOrd="0" destOrd="0" presId="urn:microsoft.com/office/officeart/2024/layout/NumberedLinearArrowProcess#1"/>
    <dgm:cxn modelId="{AC0F6549-C3A9-4A4F-860C-66A55CCB32F5}" type="presOf" srcId="{8A06009D-2A44-2D43-B004-84DF809EF084}" destId="{B441D880-C242-CB4D-9FBF-3C93567EB22F}" srcOrd="0" destOrd="0" presId="urn:microsoft.com/office/officeart/2024/layout/NumberedLinearArrowProcess#1"/>
    <dgm:cxn modelId="{13F96F4D-DC01-9B43-9A0C-2AF6C5583DE0}" type="presOf" srcId="{AE1FCD01-654A-3145-AA85-82D6B20478C8}" destId="{CE17963E-300B-FD4E-A965-6B9E50F514A7}" srcOrd="0" destOrd="0" presId="urn:microsoft.com/office/officeart/2024/layout/NumberedLinearArrowProcess#1"/>
    <dgm:cxn modelId="{C98F0F70-BD54-B44E-8AE0-959982CBE481}" srcId="{52CD485F-F544-3145-B741-3A3F24F53D9A}" destId="{3BB91549-6FF1-B443-BF76-B5B947859055}" srcOrd="3" destOrd="0" parTransId="{5DA476D2-0113-F644-A1B1-143E82B4ED3C}" sibTransId="{4FBFDCC7-A5B1-C342-AD9C-918B97526069}"/>
    <dgm:cxn modelId="{19DFBB72-EC62-DD40-BCF3-5843B8848C0D}" type="presOf" srcId="{52CD485F-F544-3145-B741-3A3F24F53D9A}" destId="{8F0E23CD-3289-6448-B086-924889FC57DB}" srcOrd="0" destOrd="0" presId="urn:microsoft.com/office/officeart/2024/layout/NumberedLinearArrowProcess#1"/>
    <dgm:cxn modelId="{F7FFDD81-C29D-6443-9189-DAEE0D0B54CB}" type="presOf" srcId="{45268FA5-37FB-E542-A6DC-5F13BCA852E2}" destId="{D8332778-385D-4942-9BED-E09E87D838B6}" srcOrd="1" destOrd="0" presId="urn:microsoft.com/office/officeart/2024/layout/NumberedLinearArrowProcess#1"/>
    <dgm:cxn modelId="{82D8EBA8-F5BF-E640-864F-2146A1A2D044}" type="presOf" srcId="{8A06009D-2A44-2D43-B004-84DF809EF084}" destId="{55EA28DB-2CDA-3B4A-A54A-7DAC35C300A7}" srcOrd="1" destOrd="0" presId="urn:microsoft.com/office/officeart/2024/layout/NumberedLinearArrowProcess#1"/>
    <dgm:cxn modelId="{70E396A9-1FF0-D745-AFC9-D7AACF96BCA3}" type="presOf" srcId="{3BB91549-6FF1-B443-BF76-B5B947859055}" destId="{78A0D114-8C4E-4E4F-BA33-0264C0B4DC87}" srcOrd="0" destOrd="0" presId="urn:microsoft.com/office/officeart/2024/layout/NumberedLinearArrowProcess#1"/>
    <dgm:cxn modelId="{DA6082CF-2DFC-FE40-9512-F389E6C6CDDF}" type="presOf" srcId="{821776A7-0D97-3647-8155-93C1FD18EFD1}" destId="{1FBE828D-2A92-AD44-ABCD-D66BB2249488}" srcOrd="0" destOrd="0" presId="urn:microsoft.com/office/officeart/2024/layout/NumberedLinearArrowProcess#1"/>
    <dgm:cxn modelId="{0B5081E9-C0E6-B541-8918-F22B21678BDD}" type="presOf" srcId="{AC6EF210-4CF5-D149-A89F-E98880CD2320}" destId="{46AF5263-0394-984C-ACE6-977D0E4B0FAA}" srcOrd="0" destOrd="0" presId="urn:microsoft.com/office/officeart/2024/layout/NumberedLinearArrowProcess#1"/>
    <dgm:cxn modelId="{4BB30AFD-1DBF-E545-B290-C2FEFD99F3DD}" type="presOf" srcId="{1A3A615B-A605-A64D-B4A8-6E03FC10E2EB}" destId="{32D40B84-3F6F-DD44-89BC-E1A5C55C4DA0}" srcOrd="0" destOrd="0" presId="urn:microsoft.com/office/officeart/2024/layout/NumberedLinearArrowProcess#1"/>
    <dgm:cxn modelId="{04C89A79-A0F1-8443-909A-C95D192EF0AF}" type="presParOf" srcId="{8F0E23CD-3289-6448-B086-924889FC57DB}" destId="{CCC2CAA8-4F1E-5D42-A6A5-45D2E7DC7755}" srcOrd="0" destOrd="0" presId="urn:microsoft.com/office/officeart/2024/layout/NumberedLinearArrowProcess#1"/>
    <dgm:cxn modelId="{63352E76-C7F9-8646-BC02-62DC451F608F}" type="presParOf" srcId="{CCC2CAA8-4F1E-5D42-A6A5-45D2E7DC7755}" destId="{7B470733-B5C6-8744-811B-E32F08069A0D}" srcOrd="0" destOrd="0" presId="urn:microsoft.com/office/officeart/2024/layout/NumberedLinearArrowProcess#1"/>
    <dgm:cxn modelId="{6362A744-D5B6-9244-B065-FE4F77054F94}" type="presParOf" srcId="{CCC2CAA8-4F1E-5D42-A6A5-45D2E7DC7755}" destId="{28FB0B9C-10A4-9945-ACA4-A4E39D63A6A9}" srcOrd="1" destOrd="0" presId="urn:microsoft.com/office/officeart/2024/layout/NumberedLinearArrowProcess#1"/>
    <dgm:cxn modelId="{89A9D0EC-090B-EE4F-8243-4CF9A4996363}" type="presParOf" srcId="{28FB0B9C-10A4-9945-ACA4-A4E39D63A6A9}" destId="{F48DB037-023E-5E41-9694-EF2CF48B5436}" srcOrd="0" destOrd="0" presId="urn:microsoft.com/office/officeart/2024/layout/NumberedLinearArrowProcess#1"/>
    <dgm:cxn modelId="{A58E1CD4-F79E-A849-A301-F12C9A7BC22E}" type="presParOf" srcId="{28FB0B9C-10A4-9945-ACA4-A4E39D63A6A9}" destId="{CE17963E-300B-FD4E-A965-6B9E50F514A7}" srcOrd="1" destOrd="0" presId="urn:microsoft.com/office/officeart/2024/layout/NumberedLinearArrowProcess#1"/>
    <dgm:cxn modelId="{457C20CD-37AF-CE44-BD6B-FCA3B65F9DEE}" type="presParOf" srcId="{28FB0B9C-10A4-9945-ACA4-A4E39D63A6A9}" destId="{32D40B84-3F6F-DD44-89BC-E1A5C55C4DA0}" srcOrd="2" destOrd="0" presId="urn:microsoft.com/office/officeart/2024/layout/NumberedLinearArrowProcess#1"/>
    <dgm:cxn modelId="{09CE8817-FB09-E241-B335-B30F821A3C48}" type="presParOf" srcId="{28FB0B9C-10A4-9945-ACA4-A4E39D63A6A9}" destId="{BCE717D7-9BCB-774D-9F0F-4895BCE0DFB3}" srcOrd="3" destOrd="0" presId="urn:microsoft.com/office/officeart/2024/layout/NumberedLinearArrowProcess#1"/>
    <dgm:cxn modelId="{7FE95476-76F3-B548-80A2-EF061A4CDCA2}" type="presParOf" srcId="{28FB0B9C-10A4-9945-ACA4-A4E39D63A6A9}" destId="{E788315F-B0ED-EE43-91C1-C947B31B61F2}" srcOrd="4" destOrd="0" presId="urn:microsoft.com/office/officeart/2024/layout/NumberedLinearArrowProcess#1"/>
    <dgm:cxn modelId="{F543F379-78A8-BE45-A056-25A9AB913B52}" type="presParOf" srcId="{CCC2CAA8-4F1E-5D42-A6A5-45D2E7DC7755}" destId="{DAC5E7CA-4310-1447-8D88-29CD549CFBA8}" srcOrd="2" destOrd="0" presId="urn:microsoft.com/office/officeart/2024/layout/NumberedLinearArrowProcess#1"/>
    <dgm:cxn modelId="{A380825A-2BDA-AA4C-8803-7C5705EA6C22}" type="presParOf" srcId="{8F0E23CD-3289-6448-B086-924889FC57DB}" destId="{5EF20D1A-36C8-E64B-9FA4-6D8D2C9399A9}" srcOrd="1" destOrd="0" presId="urn:microsoft.com/office/officeart/2024/layout/NumberedLinearArrowProcess#1"/>
    <dgm:cxn modelId="{CC1FA36D-5C53-0D4B-B0F4-746C82479293}" type="presParOf" srcId="{8F0E23CD-3289-6448-B086-924889FC57DB}" destId="{E15B83D2-9631-3847-858A-7468C85CC4DF}" srcOrd="2" destOrd="0" presId="urn:microsoft.com/office/officeart/2024/layout/NumberedLinearArrowProcess#1"/>
    <dgm:cxn modelId="{DCFC6E05-554A-824D-9112-D79401E2B19A}" type="presParOf" srcId="{E15B83D2-9631-3847-858A-7468C85CC4DF}" destId="{12A98EA4-5BD8-034D-B170-AC1BC2F444FB}" srcOrd="0" destOrd="0" presId="urn:microsoft.com/office/officeart/2024/layout/NumberedLinearArrowProcess#1"/>
    <dgm:cxn modelId="{14F827A1-DCC0-F44E-B9BF-DA1946F89AED}" type="presParOf" srcId="{E15B83D2-9631-3847-858A-7468C85CC4DF}" destId="{163D6455-3AF6-9F45-B3E6-D9D3C3CC9622}" srcOrd="1" destOrd="0" presId="urn:microsoft.com/office/officeart/2024/layout/NumberedLinearArrowProcess#1"/>
    <dgm:cxn modelId="{72FB34C0-D56B-FA4C-AFFF-69E48ED500DD}" type="presParOf" srcId="{163D6455-3AF6-9F45-B3E6-D9D3C3CC9622}" destId="{DCA75859-DD18-1D48-B400-1CF098635099}" srcOrd="0" destOrd="0" presId="urn:microsoft.com/office/officeart/2024/layout/NumberedLinearArrowProcess#1"/>
    <dgm:cxn modelId="{C2BEDEFE-8977-CC45-B734-9F3D2C10AA25}" type="presParOf" srcId="{163D6455-3AF6-9F45-B3E6-D9D3C3CC9622}" destId="{FBC3559A-E8EF-2F48-B9FB-3CF8B081990C}" srcOrd="1" destOrd="0" presId="urn:microsoft.com/office/officeart/2024/layout/NumberedLinearArrowProcess#1"/>
    <dgm:cxn modelId="{9265CAB0-A6A1-E747-8732-B9AFF1C39B40}" type="presParOf" srcId="{163D6455-3AF6-9F45-B3E6-D9D3C3CC9622}" destId="{D9E91685-8A56-1742-B181-2A0A99543F0F}" srcOrd="2" destOrd="0" presId="urn:microsoft.com/office/officeart/2024/layout/NumberedLinearArrowProcess#1"/>
    <dgm:cxn modelId="{BB918136-6096-5D49-9FF7-78B9D3CCBE3D}" type="presParOf" srcId="{163D6455-3AF6-9F45-B3E6-D9D3C3CC9622}" destId="{98C71923-A0CB-5149-B271-8641F40EF1ED}" srcOrd="3" destOrd="0" presId="urn:microsoft.com/office/officeart/2024/layout/NumberedLinearArrowProcess#1"/>
    <dgm:cxn modelId="{64EB67C6-36D1-E74B-B147-D52A5EBD66D0}" type="presParOf" srcId="{163D6455-3AF6-9F45-B3E6-D9D3C3CC9622}" destId="{B7C4A58B-11FD-9B48-BA4D-990D1BB2D038}" srcOrd="4" destOrd="0" presId="urn:microsoft.com/office/officeart/2024/layout/NumberedLinearArrowProcess#1"/>
    <dgm:cxn modelId="{02F08264-309A-4745-8ADB-4FB1487177D6}" type="presParOf" srcId="{E15B83D2-9631-3847-858A-7468C85CC4DF}" destId="{0B271BA5-3704-7548-8BAE-161A1B95107E}" srcOrd="2" destOrd="0" presId="urn:microsoft.com/office/officeart/2024/layout/NumberedLinearArrowProcess#1"/>
    <dgm:cxn modelId="{FBECD34A-191D-8744-94C4-023205A2DD12}" type="presParOf" srcId="{8F0E23CD-3289-6448-B086-924889FC57DB}" destId="{17A1949F-FE49-2B4C-83EB-89D591BC7A10}" srcOrd="3" destOrd="0" presId="urn:microsoft.com/office/officeart/2024/layout/NumberedLinearArrowProcess#1"/>
    <dgm:cxn modelId="{52013C4E-9648-FE4D-96AD-0B2D78CAF155}" type="presParOf" srcId="{8F0E23CD-3289-6448-B086-924889FC57DB}" destId="{1AE0761A-563D-1B41-9081-8214A1DE0A33}" srcOrd="4" destOrd="0" presId="urn:microsoft.com/office/officeart/2024/layout/NumberedLinearArrowProcess#1"/>
    <dgm:cxn modelId="{16C4A523-80A1-F34F-9575-5F939EF9A085}" type="presParOf" srcId="{1AE0761A-563D-1B41-9081-8214A1DE0A33}" destId="{64B4933D-6179-9D46-9A3A-165A1172CA1B}" srcOrd="0" destOrd="0" presId="urn:microsoft.com/office/officeart/2024/layout/NumberedLinearArrowProcess#1"/>
    <dgm:cxn modelId="{9B0A5299-83EA-0B42-AD84-E52AE04ECFC1}" type="presParOf" srcId="{1AE0761A-563D-1B41-9081-8214A1DE0A33}" destId="{AFD67F80-84EA-1E45-B60B-5FE6E5D29ABE}" srcOrd="1" destOrd="0" presId="urn:microsoft.com/office/officeart/2024/layout/NumberedLinearArrowProcess#1"/>
    <dgm:cxn modelId="{192771E7-0CFB-684E-A2C9-4F25AC3A1FC4}" type="presParOf" srcId="{AFD67F80-84EA-1E45-B60B-5FE6E5D29ABE}" destId="{84C4B2C6-421B-354D-A9A3-3C608BEA755B}" srcOrd="0" destOrd="0" presId="urn:microsoft.com/office/officeart/2024/layout/NumberedLinearArrowProcess#1"/>
    <dgm:cxn modelId="{87A98EA4-886E-5B42-AB01-5DFF6856FE6B}" type="presParOf" srcId="{AFD67F80-84EA-1E45-B60B-5FE6E5D29ABE}" destId="{240DA896-F08F-404B-8713-2D6F01396455}" srcOrd="1" destOrd="0" presId="urn:microsoft.com/office/officeart/2024/layout/NumberedLinearArrowProcess#1"/>
    <dgm:cxn modelId="{4042E387-F8CE-6F4C-9B5C-B144281AD884}" type="presParOf" srcId="{AFD67F80-84EA-1E45-B60B-5FE6E5D29ABE}" destId="{46AF5263-0394-984C-ACE6-977D0E4B0FAA}" srcOrd="2" destOrd="0" presId="urn:microsoft.com/office/officeart/2024/layout/NumberedLinearArrowProcess#1"/>
    <dgm:cxn modelId="{91445F61-82AD-D546-8D5B-54BC68D76D6B}" type="presParOf" srcId="{AFD67F80-84EA-1E45-B60B-5FE6E5D29ABE}" destId="{1ADDE17A-1963-EC40-BE4F-C93DB1E6A391}" srcOrd="3" destOrd="0" presId="urn:microsoft.com/office/officeart/2024/layout/NumberedLinearArrowProcess#1"/>
    <dgm:cxn modelId="{D4E6C239-F61C-7F48-84E1-955D4DE92FA9}" type="presParOf" srcId="{AFD67F80-84EA-1E45-B60B-5FE6E5D29ABE}" destId="{4B480609-0E38-744E-8DFD-08E2640F09D8}" srcOrd="4" destOrd="0" presId="urn:microsoft.com/office/officeart/2024/layout/NumberedLinearArrowProcess#1"/>
    <dgm:cxn modelId="{801D7A67-052A-864B-92C3-0AABAE801700}" type="presParOf" srcId="{1AE0761A-563D-1B41-9081-8214A1DE0A33}" destId="{D8332778-385D-4942-9BED-E09E87D838B6}" srcOrd="2" destOrd="0" presId="urn:microsoft.com/office/officeart/2024/layout/NumberedLinearArrowProcess#1"/>
    <dgm:cxn modelId="{BAEDE69F-4C52-FA41-B4AC-C8AE14F1AE84}" type="presParOf" srcId="{8F0E23CD-3289-6448-B086-924889FC57DB}" destId="{5B4F49ED-0F69-1843-84B9-0454CD042A41}" srcOrd="5" destOrd="0" presId="urn:microsoft.com/office/officeart/2024/layout/NumberedLinearArrowProcess#1"/>
    <dgm:cxn modelId="{FEFAAEC9-A300-F54C-8912-4D63C68AE931}" type="presParOf" srcId="{8F0E23CD-3289-6448-B086-924889FC57DB}" destId="{27A24CA5-C97E-3A4C-A9B4-62C99636E766}" srcOrd="6" destOrd="0" presId="urn:microsoft.com/office/officeart/2024/layout/NumberedLinearArrowProcess#1"/>
    <dgm:cxn modelId="{3A23042E-CB5E-2A48-9413-3EFFD2CC20E0}" type="presParOf" srcId="{27A24CA5-C97E-3A4C-A9B4-62C99636E766}" destId="{3F611623-8E26-F94E-A21F-F014ABAFCC9E}" srcOrd="0" destOrd="0" presId="urn:microsoft.com/office/officeart/2024/layout/NumberedLinearArrowProcess#1"/>
    <dgm:cxn modelId="{9DB09369-27C0-FA46-9876-36C568ADFFD7}" type="presParOf" srcId="{27A24CA5-C97E-3A4C-A9B4-62C99636E766}" destId="{A2F9F646-EA9F-F945-A784-9074F0B4D2F9}" srcOrd="1" destOrd="0" presId="urn:microsoft.com/office/officeart/2024/layout/NumberedLinearArrowProcess#1"/>
    <dgm:cxn modelId="{AFC17FAD-BE46-BA40-9999-EEC9F2863423}" type="presParOf" srcId="{A2F9F646-EA9F-F945-A784-9074F0B4D2F9}" destId="{38A9EDC8-F1F2-A14D-975C-66DDE0372A81}" srcOrd="0" destOrd="0" presId="urn:microsoft.com/office/officeart/2024/layout/NumberedLinearArrowProcess#1"/>
    <dgm:cxn modelId="{2A68A792-0ACB-AA40-94E7-006E14CFA230}" type="presParOf" srcId="{A2F9F646-EA9F-F945-A784-9074F0B4D2F9}" destId="{78A0D114-8C4E-4E4F-BA33-0264C0B4DC87}" srcOrd="1" destOrd="0" presId="urn:microsoft.com/office/officeart/2024/layout/NumberedLinearArrowProcess#1"/>
    <dgm:cxn modelId="{EAE06EB9-702E-AC46-80C8-4442258D119A}" type="presParOf" srcId="{A2F9F646-EA9F-F945-A784-9074F0B4D2F9}" destId="{CAF53E14-8F12-F249-8870-7DE80DD1A4D1}" srcOrd="2" destOrd="0" presId="urn:microsoft.com/office/officeart/2024/layout/NumberedLinearArrowProcess#1"/>
    <dgm:cxn modelId="{5C7601FF-7901-C24C-9D7E-80ACFAA873DC}" type="presParOf" srcId="{A2F9F646-EA9F-F945-A784-9074F0B4D2F9}" destId="{3FDF19FA-153A-2547-B7EC-80A4C89D0BAB}" srcOrd="3" destOrd="0" presId="urn:microsoft.com/office/officeart/2024/layout/NumberedLinearArrowProcess#1"/>
    <dgm:cxn modelId="{365B40D3-26C4-3648-B00C-99B0067DEE92}" type="presParOf" srcId="{A2F9F646-EA9F-F945-A784-9074F0B4D2F9}" destId="{2E17F62F-D150-3C45-86D2-3A698B8654F2}" srcOrd="4" destOrd="0" presId="urn:microsoft.com/office/officeart/2024/layout/NumberedLinearArrowProcess#1"/>
    <dgm:cxn modelId="{19DAE641-6B4C-464E-A638-157F049DE3BD}" type="presParOf" srcId="{27A24CA5-C97E-3A4C-A9B4-62C99636E766}" destId="{4CE039B8-9B3F-6C4A-8931-B957688A8D38}" srcOrd="2" destOrd="0" presId="urn:microsoft.com/office/officeart/2024/layout/NumberedLinearArrowProcess#1"/>
    <dgm:cxn modelId="{AC6A4E65-1FDE-974A-97DA-767209C4045C}" type="presParOf" srcId="{8F0E23CD-3289-6448-B086-924889FC57DB}" destId="{E0F6BA5C-CB1C-D748-8CFF-170730172372}" srcOrd="7" destOrd="0" presId="urn:microsoft.com/office/officeart/2024/layout/NumberedLinearArrowProcess#1"/>
    <dgm:cxn modelId="{A94F62DA-5D08-7F4A-BC92-92ED772BAFC7}" type="presParOf" srcId="{8F0E23CD-3289-6448-B086-924889FC57DB}" destId="{204F5A27-E9B2-BF45-B372-E1B49AEED837}" srcOrd="8" destOrd="0" presId="urn:microsoft.com/office/officeart/2024/layout/NumberedLinearArrowProcess#1"/>
    <dgm:cxn modelId="{FD9E3A04-0956-3E4E-B9EB-993A1D5A1A24}" type="presParOf" srcId="{204F5A27-E9B2-BF45-B372-E1B49AEED837}" destId="{0D6C6319-F13C-0C4C-A035-C8543A8D7DEA}" srcOrd="0" destOrd="0" presId="urn:microsoft.com/office/officeart/2024/layout/NumberedLinearArrowProcess#1"/>
    <dgm:cxn modelId="{1C946D50-2DD7-884A-BFC5-1DCB6AE7E658}" type="presParOf" srcId="{204F5A27-E9B2-BF45-B372-E1B49AEED837}" destId="{889ACD75-12E2-5145-B969-34692A7FD9DB}" srcOrd="1" destOrd="0" presId="urn:microsoft.com/office/officeart/2024/layout/NumberedLinearArrowProcess#1"/>
    <dgm:cxn modelId="{7686EAB0-407D-1343-B5F9-639410B1F877}" type="presParOf" srcId="{889ACD75-12E2-5145-B969-34692A7FD9DB}" destId="{8DA54DC3-56EC-B247-B134-0B3F0BFDF06F}" srcOrd="0" destOrd="0" presId="urn:microsoft.com/office/officeart/2024/layout/NumberedLinearArrowProcess#1"/>
    <dgm:cxn modelId="{D90A41F3-7B53-FB40-BC57-1C3E7802EF91}" type="presParOf" srcId="{889ACD75-12E2-5145-B969-34692A7FD9DB}" destId="{B441D880-C242-CB4D-9FBF-3C93567EB22F}" srcOrd="1" destOrd="0" presId="urn:microsoft.com/office/officeart/2024/layout/NumberedLinearArrowProcess#1"/>
    <dgm:cxn modelId="{960B7103-81AC-1B45-B6C5-F8C47D2C77BC}" type="presParOf" srcId="{889ACD75-12E2-5145-B969-34692A7FD9DB}" destId="{1FBE828D-2A92-AD44-ABCD-D66BB2249488}" srcOrd="2" destOrd="0" presId="urn:microsoft.com/office/officeart/2024/layout/NumberedLinearArrowProcess#1"/>
    <dgm:cxn modelId="{93CF1AAA-68BF-FA4D-BF87-618A6796CCB3}" type="presParOf" srcId="{889ACD75-12E2-5145-B969-34692A7FD9DB}" destId="{556FE428-83A6-D44C-881B-8284D9F880D2}" srcOrd="3" destOrd="0" presId="urn:microsoft.com/office/officeart/2024/layout/NumberedLinearArrowProcess#1"/>
    <dgm:cxn modelId="{43F610A7-196B-5E4C-9B23-E7C57F06D905}" type="presParOf" srcId="{889ACD75-12E2-5145-B969-34692A7FD9DB}" destId="{F8C0BCB7-2984-8649-9DC8-5A980A220D32}" srcOrd="4" destOrd="0" presId="urn:microsoft.com/office/officeart/2024/layout/NumberedLinearArrowProcess#1"/>
    <dgm:cxn modelId="{30661827-498C-BF4F-8B4F-1D8BFA171208}" type="presParOf" srcId="{204F5A27-E9B2-BF45-B372-E1B49AEED837}" destId="{55EA28DB-2CDA-3B4A-A54A-7DAC35C300A7}" srcOrd="2" destOrd="0" presId="urn:microsoft.com/office/officeart/2024/layout/NumberedLinearArrowProcess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DB037-023E-5E41-9694-EF2CF48B5436}">
      <dsp:nvSpPr>
        <dsp:cNvPr id="0" name=""/>
        <dsp:cNvSpPr/>
      </dsp:nvSpPr>
      <dsp:spPr>
        <a:xfrm>
          <a:off x="913579" y="540596"/>
          <a:ext cx="578157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17963E-300B-FD4E-A965-6B9E50F514A7}">
      <dsp:nvSpPr>
        <dsp:cNvPr id="0" name=""/>
        <dsp:cNvSpPr/>
      </dsp:nvSpPr>
      <dsp:spPr>
        <a:xfrm>
          <a:off x="1442180" y="473235"/>
          <a:ext cx="75986" cy="142721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24" tIns="165100" rIns="26224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>
                  <a:lumMod val="75000"/>
                  <a:lumOff val="25000"/>
                </a:schemeClr>
              </a:solidFill>
            </a:rPr>
            <a:t>Executes consumer-defined schema validation</a:t>
          </a:r>
        </a:p>
      </dsp:txBody>
      <dsp:txXfrm>
        <a:off x="131184" y="1155375"/>
        <a:ext cx="1399602" cy="1743174"/>
      </dsp:txXfrm>
    </dsp:sp>
    <dsp:sp modelId="{32D40B84-3F6F-DD44-89BC-E1A5C55C4DA0}">
      <dsp:nvSpPr>
        <dsp:cNvPr id="0" name=""/>
        <dsp:cNvSpPr/>
      </dsp:nvSpPr>
      <dsp:spPr>
        <a:xfrm>
          <a:off x="609282" y="318929"/>
          <a:ext cx="443405" cy="443405"/>
        </a:xfrm>
        <a:prstGeom prst="ellipse">
          <a:avLst/>
        </a:prstGeom>
        <a:solidFill>
          <a:schemeClr val="bg2">
            <a:lumMod val="25000"/>
          </a:schemeClr>
        </a:solidFill>
        <a:ln w="12700" cap="flat" cmpd="sng" algn="ctr">
          <a:solidFill>
            <a:schemeClr val="bg2">
              <a:lumMod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07" tIns="17207" rIns="17207" bIns="1720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1</a:t>
          </a:r>
          <a:endParaRPr sz="2000" kern="1200" dirty="0"/>
        </a:p>
      </dsp:txBody>
      <dsp:txXfrm>
        <a:off x="674217" y="383864"/>
        <a:ext cx="313535" cy="313535"/>
      </dsp:txXfrm>
    </dsp:sp>
    <dsp:sp modelId="{E788315F-B0ED-EE43-91C1-C947B31B61F2}">
      <dsp:nvSpPr>
        <dsp:cNvPr id="0" name=""/>
        <dsp:cNvSpPr/>
      </dsp:nvSpPr>
      <dsp:spPr>
        <a:xfrm>
          <a:off x="830949" y="834316"/>
          <a:ext cx="72" cy="27751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C5E7CA-4310-1447-8D88-29CD549CFBA8}">
      <dsp:nvSpPr>
        <dsp:cNvPr id="0" name=""/>
        <dsp:cNvSpPr/>
      </dsp:nvSpPr>
      <dsp:spPr>
        <a:xfrm>
          <a:off x="87640" y="1111831"/>
          <a:ext cx="1486690" cy="1830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24" tIns="165100" rIns="26224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>
                  <a:lumMod val="75000"/>
                  <a:lumOff val="25000"/>
                </a:schemeClr>
              </a:solidFill>
            </a:rPr>
            <a:t>Executes consumer-defined schema validation</a:t>
          </a:r>
        </a:p>
      </dsp:txBody>
      <dsp:txXfrm>
        <a:off x="131184" y="1155375"/>
        <a:ext cx="1399602" cy="1743174"/>
      </dsp:txXfrm>
    </dsp:sp>
    <dsp:sp modelId="{DCA75859-DD18-1D48-B400-1CF098635099}">
      <dsp:nvSpPr>
        <dsp:cNvPr id="0" name=""/>
        <dsp:cNvSpPr/>
      </dsp:nvSpPr>
      <dsp:spPr>
        <a:xfrm>
          <a:off x="1656924" y="540700"/>
          <a:ext cx="1486690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3559A-E8EF-2F48-B9FB-3CF8B081990C}">
      <dsp:nvSpPr>
        <dsp:cNvPr id="0" name=""/>
        <dsp:cNvSpPr/>
      </dsp:nvSpPr>
      <dsp:spPr>
        <a:xfrm>
          <a:off x="3094059" y="473339"/>
          <a:ext cx="75986" cy="142632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24" tIns="165100" rIns="26224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Executes built-in CVE 5.2 Schema validation</a:t>
          </a:r>
        </a:p>
      </dsp:txBody>
      <dsp:txXfrm>
        <a:off x="1800992" y="1155375"/>
        <a:ext cx="1399602" cy="1743174"/>
      </dsp:txXfrm>
    </dsp:sp>
    <dsp:sp modelId="{D9E91685-8A56-1742-B181-2A0A99543F0F}">
      <dsp:nvSpPr>
        <dsp:cNvPr id="0" name=""/>
        <dsp:cNvSpPr/>
      </dsp:nvSpPr>
      <dsp:spPr>
        <a:xfrm>
          <a:off x="2247305" y="338117"/>
          <a:ext cx="443405" cy="443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07" tIns="17207" rIns="17207" bIns="1720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/>
            <a:t>2</a:t>
          </a:r>
          <a:endParaRPr sz="2000" kern="1200" dirty="0"/>
        </a:p>
      </dsp:txBody>
      <dsp:txXfrm>
        <a:off x="2312240" y="403052"/>
        <a:ext cx="313535" cy="313535"/>
      </dsp:txXfrm>
    </dsp:sp>
    <dsp:sp modelId="{B7C4A58B-11FD-9B48-BA4D-990D1BB2D038}">
      <dsp:nvSpPr>
        <dsp:cNvPr id="0" name=""/>
        <dsp:cNvSpPr/>
      </dsp:nvSpPr>
      <dsp:spPr>
        <a:xfrm>
          <a:off x="2482828" y="834385"/>
          <a:ext cx="72" cy="27734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71BA5-3704-7548-8BAE-161A1B95107E}">
      <dsp:nvSpPr>
        <dsp:cNvPr id="0" name=""/>
        <dsp:cNvSpPr/>
      </dsp:nvSpPr>
      <dsp:spPr>
        <a:xfrm>
          <a:off x="1757448" y="1111831"/>
          <a:ext cx="1486690" cy="1830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24" tIns="165100" rIns="26224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Executes built-in CVE 5.2 Schema validation</a:t>
          </a:r>
        </a:p>
      </dsp:txBody>
      <dsp:txXfrm>
        <a:off x="1800992" y="1155375"/>
        <a:ext cx="1399602" cy="1743174"/>
      </dsp:txXfrm>
    </dsp:sp>
    <dsp:sp modelId="{84C4B2C6-421B-354D-A9A3-3C608BEA755B}">
      <dsp:nvSpPr>
        <dsp:cNvPr id="0" name=""/>
        <dsp:cNvSpPr/>
      </dsp:nvSpPr>
      <dsp:spPr>
        <a:xfrm>
          <a:off x="3308803" y="540637"/>
          <a:ext cx="1486690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DA896-F08F-404B-8713-2D6F01396455}">
      <dsp:nvSpPr>
        <dsp:cNvPr id="0" name=""/>
        <dsp:cNvSpPr/>
      </dsp:nvSpPr>
      <dsp:spPr>
        <a:xfrm>
          <a:off x="4745938" y="473277"/>
          <a:ext cx="75986" cy="142681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24" tIns="165100" rIns="26224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>
                  <a:lumMod val="75000"/>
                  <a:lumOff val="25000"/>
                </a:schemeClr>
              </a:solidFill>
            </a:rPr>
            <a:t>Executes consumer-defined rules validation</a:t>
          </a:r>
        </a:p>
      </dsp:txBody>
      <dsp:txXfrm>
        <a:off x="3434941" y="1155375"/>
        <a:ext cx="1399602" cy="1743174"/>
      </dsp:txXfrm>
    </dsp:sp>
    <dsp:sp modelId="{46AF5263-0394-984C-ACE6-977D0E4B0FAA}">
      <dsp:nvSpPr>
        <dsp:cNvPr id="0" name=""/>
        <dsp:cNvSpPr/>
      </dsp:nvSpPr>
      <dsp:spPr>
        <a:xfrm>
          <a:off x="3913040" y="318970"/>
          <a:ext cx="443405" cy="443405"/>
        </a:xfrm>
        <a:prstGeom prst="ellipse">
          <a:avLst/>
        </a:prstGeom>
        <a:solidFill>
          <a:srgbClr val="695007"/>
        </a:solidFill>
        <a:ln w="12700" cap="flat" cmpd="sng" algn="ctr">
          <a:solidFill>
            <a:srgbClr val="69500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07" tIns="17207" rIns="17207" bIns="1720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</a:t>
          </a:r>
        </a:p>
      </dsp:txBody>
      <dsp:txXfrm>
        <a:off x="3977975" y="383905"/>
        <a:ext cx="313535" cy="313535"/>
      </dsp:txXfrm>
    </dsp:sp>
    <dsp:sp modelId="{4B480609-0E38-744E-8DFD-08E2640F09D8}">
      <dsp:nvSpPr>
        <dsp:cNvPr id="0" name=""/>
        <dsp:cNvSpPr/>
      </dsp:nvSpPr>
      <dsp:spPr>
        <a:xfrm>
          <a:off x="4134707" y="834352"/>
          <a:ext cx="72" cy="2774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332778-385D-4942-9BED-E09E87D838B6}">
      <dsp:nvSpPr>
        <dsp:cNvPr id="0" name=""/>
        <dsp:cNvSpPr/>
      </dsp:nvSpPr>
      <dsp:spPr>
        <a:xfrm>
          <a:off x="3391397" y="1111831"/>
          <a:ext cx="1486690" cy="1830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24" tIns="165100" rIns="26224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>
                  <a:lumMod val="75000"/>
                  <a:lumOff val="25000"/>
                </a:schemeClr>
              </a:solidFill>
            </a:rPr>
            <a:t>Executes consumer-defined rules validation</a:t>
          </a:r>
        </a:p>
      </dsp:txBody>
      <dsp:txXfrm>
        <a:off x="3434941" y="1155375"/>
        <a:ext cx="1399602" cy="1743174"/>
      </dsp:txXfrm>
    </dsp:sp>
    <dsp:sp modelId="{38A9EDC8-F1F2-A14D-975C-66DDE0372A81}">
      <dsp:nvSpPr>
        <dsp:cNvPr id="0" name=""/>
        <dsp:cNvSpPr/>
      </dsp:nvSpPr>
      <dsp:spPr>
        <a:xfrm>
          <a:off x="4960682" y="540609"/>
          <a:ext cx="1486690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A0D114-8C4E-4E4F-BA33-0264C0B4DC87}">
      <dsp:nvSpPr>
        <dsp:cNvPr id="0" name=""/>
        <dsp:cNvSpPr/>
      </dsp:nvSpPr>
      <dsp:spPr>
        <a:xfrm>
          <a:off x="6397816" y="473248"/>
          <a:ext cx="75986" cy="142704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24" tIns="165100" rIns="26224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>
                  <a:lumMod val="95000"/>
                  <a:lumOff val="5000"/>
                </a:schemeClr>
              </a:solidFill>
            </a:rPr>
            <a:t>Executes built-in CVE business rules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>
                  <a:lumMod val="95000"/>
                  <a:lumOff val="5000"/>
                </a:schemeClr>
              </a:solidFill>
            </a:rPr>
            <a:t>e.g.: PURL validation</a:t>
          </a:r>
        </a:p>
      </dsp:txBody>
      <dsp:txXfrm>
        <a:off x="5086820" y="1155375"/>
        <a:ext cx="1399602" cy="1743174"/>
      </dsp:txXfrm>
    </dsp:sp>
    <dsp:sp modelId="{CAF53E14-8F12-F249-8870-7DE80DD1A4D1}">
      <dsp:nvSpPr>
        <dsp:cNvPr id="0" name=""/>
        <dsp:cNvSpPr/>
      </dsp:nvSpPr>
      <dsp:spPr>
        <a:xfrm>
          <a:off x="5564918" y="318942"/>
          <a:ext cx="443405" cy="443405"/>
        </a:xfrm>
        <a:prstGeom prst="ellipse">
          <a:avLst/>
        </a:prstGeom>
        <a:solidFill>
          <a:srgbClr val="FCB001"/>
        </a:solidFill>
        <a:ln w="12700" cap="flat" cmpd="sng" algn="ctr">
          <a:solidFill>
            <a:srgbClr val="69500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07" tIns="17207" rIns="17207" bIns="1720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</a:t>
          </a:r>
        </a:p>
      </dsp:txBody>
      <dsp:txXfrm>
        <a:off x="5629853" y="383877"/>
        <a:ext cx="313535" cy="313535"/>
      </dsp:txXfrm>
    </dsp:sp>
    <dsp:sp modelId="{2E17F62F-D150-3C45-86D2-3A698B8654F2}">
      <dsp:nvSpPr>
        <dsp:cNvPr id="0" name=""/>
        <dsp:cNvSpPr/>
      </dsp:nvSpPr>
      <dsp:spPr>
        <a:xfrm>
          <a:off x="5786585" y="834337"/>
          <a:ext cx="72" cy="2774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E039B8-9B3F-6C4A-8931-B957688A8D38}">
      <dsp:nvSpPr>
        <dsp:cNvPr id="0" name=""/>
        <dsp:cNvSpPr/>
      </dsp:nvSpPr>
      <dsp:spPr>
        <a:xfrm>
          <a:off x="5043276" y="1111831"/>
          <a:ext cx="1486690" cy="1830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24" tIns="165100" rIns="26224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>
                  <a:lumMod val="95000"/>
                  <a:lumOff val="5000"/>
                </a:schemeClr>
              </a:solidFill>
            </a:rPr>
            <a:t>Executes built-in CVE business rules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>
                  <a:lumMod val="95000"/>
                  <a:lumOff val="5000"/>
                </a:schemeClr>
              </a:solidFill>
            </a:rPr>
            <a:t>e.g.: PURL validation</a:t>
          </a:r>
        </a:p>
      </dsp:txBody>
      <dsp:txXfrm>
        <a:off x="5086820" y="1155375"/>
        <a:ext cx="1399602" cy="1743174"/>
      </dsp:txXfrm>
    </dsp:sp>
    <dsp:sp modelId="{8DA54DC3-56EC-B247-B134-0B3F0BFDF06F}">
      <dsp:nvSpPr>
        <dsp:cNvPr id="0" name=""/>
        <dsp:cNvSpPr/>
      </dsp:nvSpPr>
      <dsp:spPr>
        <a:xfrm>
          <a:off x="6612561" y="540596"/>
          <a:ext cx="825939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E828D-2A92-AD44-ABCD-D66BB2249488}">
      <dsp:nvSpPr>
        <dsp:cNvPr id="0" name=""/>
        <dsp:cNvSpPr/>
      </dsp:nvSpPr>
      <dsp:spPr>
        <a:xfrm>
          <a:off x="7216797" y="318929"/>
          <a:ext cx="443405" cy="443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07" tIns="17207" rIns="17207" bIns="1720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5</a:t>
          </a:r>
        </a:p>
      </dsp:txBody>
      <dsp:txXfrm>
        <a:off x="7281732" y="383864"/>
        <a:ext cx="313535" cy="313535"/>
      </dsp:txXfrm>
    </dsp:sp>
    <dsp:sp modelId="{F8C0BCB7-2984-8649-9DC8-5A980A220D32}">
      <dsp:nvSpPr>
        <dsp:cNvPr id="0" name=""/>
        <dsp:cNvSpPr/>
      </dsp:nvSpPr>
      <dsp:spPr>
        <a:xfrm>
          <a:off x="7438464" y="834330"/>
          <a:ext cx="72" cy="2774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EA28DB-2CDA-3B4A-A54A-7DAC35C300A7}">
      <dsp:nvSpPr>
        <dsp:cNvPr id="0" name=""/>
        <dsp:cNvSpPr/>
      </dsp:nvSpPr>
      <dsp:spPr>
        <a:xfrm>
          <a:off x="6695154" y="1111831"/>
          <a:ext cx="1486690" cy="1830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24" tIns="165100" rIns="26224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Returns Diagnostics report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e.g.: errors/warnings</a:t>
          </a:r>
        </a:p>
      </dsp:txBody>
      <dsp:txXfrm>
        <a:off x="6738698" y="1155375"/>
        <a:ext cx="1399602" cy="17431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NumberedLinearArrowProcess#1">
  <dgm:title val=""/>
  <dgm:desc val=""/>
  <dgm:catLst>
    <dgm:cat type="process" pri="17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06000165-179D-154A-95E6-4567BF403199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8EFF049B-0212-DA4F-BC16-CA9C369009E4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858CB6B1-6F95-5148-89C0-7D16BDD48C1C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9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1.7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ctrX" for="ch" forName="nodeText" refType="w" fact="0.5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ctrX" for="ch" forName="nodeText" refType="w" fact="0.5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ifMoreThanOneNode">
                  <dgm:choose name="firstNodeDirChoose">
                    <dgm:if name="firstNodeDirNorm" func="var" arg="dir" op="equ" val="norm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55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87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if>
                    <dgm:else name="firstNodeDirRev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1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084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else>
                  </dgm:choose>
                </dgm:else>
              </dgm:choose>
            </dgm:if>
            <dgm:if name="ifLastNode" axis="self" ptType="node" func="revPos" op="equ" val="1">
              <dgm:choose name="lastNodeDirChoose">
                <dgm:if name="last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lastNodeDirRev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l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if>
            <dgm:else name="allOtherNodes">
              <dgm:choose name="middleNodeDirChoose">
                <dgm:if name="middle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87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middleNodeDirRev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l" for="ch" forName="lineNode" refType="w" fact="0.1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084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else>
          </dgm:choose>
          <dgm:layoutNode name="lineNode" styleLbl="align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Node1">
            <dgm:alg type="sp"/>
            <dgm:choose name="arrowDirChoose">
              <dgm:if name="arrowNorm" func="var" arg="dir" op="equ" val="norm">
                <dgm:shape xmlns:r="http://schemas.openxmlformats.org/officeDocument/2006/relationships" type="chevron" r:blip="">
                  <dgm:adjLst>
                    <dgm:adj idx="1" val="0.9"/>
                  </dgm:adjLst>
                </dgm:shape>
              </dgm:if>
              <dgm:else name="arrowRev">
                <dgm:shape xmlns:r="http://schemas.openxmlformats.org/officeDocument/2006/relationships" rot="180" type="chevron" r:blip="">
                  <dgm:adjLst>
                    <dgm:adj idx="1" val="0.9"/>
                  </dgm:adjLst>
                </dgm:shape>
              </dgm:else>
            </dgm:choose>
            <dgm:presOf axis="self" ptType="node"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  <dgm:layoutNode name="verticalConnector" styleLbl="alignAccFollow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</dgm:forEach>
          <dgm:presOf/>
          <dgm:ruleLst/>
        </dgm:layoutNode>
        <dgm:layoutNode name="nodeText" styleLbl="fgAcc1">
          <dgm:varLst>
            <dgm:bulletEnabled val="1"/>
          </dgm:varLst>
          <dgm:alg type="tx">
            <dgm:param type="parTxLTRAlign" val="ctr"/>
            <dgm:param type="parTxRTLAlign" val="r"/>
            <dgm:param type="txAnchorVert" val="t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secFontSz" val="16"/>
            <dgm:constr type="primFontSz" val="18"/>
            <dgm:constr type="h"/>
            <dgm:constr type="tMarg" val="13"/>
            <dgm:constr type="lMarg" refType="w" fact="0.05"/>
            <dgm:constr type="rMarg" refType="w" fact="0.05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872F47-6CE5-4D95-B8D6-9AEA9A7E5F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9E59F-E5BF-4AA4-882B-F5B705DF29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C879B-2DAC-426D-B5B4-08F42B952A2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2C577A-CE6A-45AF-8211-1E758E6AA8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9FD71-56EF-4DDF-81F5-C5CCA31DCE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56900-9607-4639-A903-F11B6E042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4445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E54576-A3BB-48F9-891E-992E86D01A7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8F3C89-9E49-4851-A18A-DAECD34FD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510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B5B8C-CC40-3C4A-B8F4-B6DF7E0F65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77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hs.gov/cisa/cybersecurity-division/" TargetMode="External"/><Relationship Id="rId2" Type="http://schemas.openxmlformats.org/officeDocument/2006/relationships/hyperlink" Target="https://www.dhs.gov/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www.mitre.org/" TargetMode="Externa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81480" y="0"/>
            <a:ext cx="99589" cy="6858000"/>
            <a:chOff x="0" y="0"/>
            <a:chExt cx="407324" cy="6858000"/>
          </a:xfrm>
        </p:grpSpPr>
        <p:sp>
          <p:nvSpPr>
            <p:cNvPr id="18" name="Rectangle 17"/>
            <p:cNvSpPr/>
            <p:nvPr/>
          </p:nvSpPr>
          <p:spPr bwMode="auto">
            <a:xfrm>
              <a:off x="0" y="0"/>
              <a:ext cx="407324" cy="2398143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0" y="2510287"/>
              <a:ext cx="407324" cy="4347713"/>
            </a:xfrm>
            <a:prstGeom prst="rect">
              <a:avLst/>
            </a:prstGeom>
            <a:solidFill>
              <a:srgbClr val="FF6E0B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9" name="Rectangle 9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009528" y="331986"/>
            <a:ext cx="9662160" cy="19812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4400"/>
              </a:lnSpc>
              <a:defRPr sz="4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26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1009528" y="2568943"/>
            <a:ext cx="7655345" cy="3899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Author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0B79FD-B7DB-4651-82AC-8DBF5E3F5036}"/>
              </a:ext>
            </a:extLst>
          </p:cNvPr>
          <p:cNvCxnSpPr>
            <a:cxnSpLocks/>
          </p:cNvCxnSpPr>
          <p:nvPr userDrawn="1"/>
        </p:nvCxnSpPr>
        <p:spPr>
          <a:xfrm flipV="1">
            <a:off x="1009528" y="2398143"/>
            <a:ext cx="9662160" cy="28575"/>
          </a:xfrm>
          <a:prstGeom prst="line">
            <a:avLst/>
          </a:prstGeom>
          <a:ln>
            <a:gradFill flip="none" rotWithShape="1">
              <a:gsLst>
                <a:gs pos="60527">
                  <a:srgbClr val="97D4EA"/>
                </a:gs>
                <a:gs pos="6000">
                  <a:srgbClr val="FF6E0B"/>
                </a:gs>
                <a:gs pos="26000">
                  <a:schemeClr val="tx2"/>
                </a:gs>
                <a:gs pos="77000">
                  <a:schemeClr val="tx2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95288DB-2197-4AA1-9E62-6093715D8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|</a:t>
            </a:r>
            <a:r>
              <a:rPr lang="en-US">
                <a:ea typeface="Tahoma" panose="020B0604030504040204" pitchFamily="34" charset="0"/>
              </a:rPr>
              <a:t> </a:t>
            </a:r>
            <a:fld id="{295008BC-DA31-4D19-837B-EFA4386B05F5}" type="slidenum">
              <a:rPr lang="en-US" smtClean="0">
                <a:ea typeface="Tahoma" panose="020B0604030504040204" pitchFamily="34" charset="0"/>
              </a:rPr>
              <a:pPr/>
              <a:t>‹#›</a:t>
            </a:fld>
            <a:r>
              <a:rPr lang="en-US">
                <a:ea typeface="Tahoma" panose="020B0604030504040204" pitchFamily="34" charset="0"/>
              </a:rPr>
              <a:t> </a:t>
            </a:r>
            <a:r>
              <a:rPr lang="en-US"/>
              <a:t>|</a:t>
            </a:r>
            <a:r>
              <a:rPr lang="en-US">
                <a:ea typeface="Verdana" pitchFamily="34" charset="0"/>
              </a:rPr>
              <a:t> </a:t>
            </a:r>
            <a:endParaRPr lang="en-US" dirty="0">
              <a:ea typeface="Verdana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57E0AB2-A225-48B4-AEE6-D1C0BADED8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208" y="6289963"/>
            <a:ext cx="1249033" cy="365760"/>
          </a:xfrm>
          <a:prstGeom prst="rect">
            <a:avLst/>
          </a:prstGeom>
        </p:spPr>
      </p:pic>
      <p:sp>
        <p:nvSpPr>
          <p:cNvPr id="11" name="Text Box 34">
            <a:extLst>
              <a:ext uri="{FF2B5EF4-FFF2-40B4-BE49-F238E27FC236}">
                <a16:creationId xmlns:a16="http://schemas.microsoft.com/office/drawing/2014/main" id="{2AB22BAF-DCF0-49C8-9B62-2090F858D9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82339" y="6289963"/>
            <a:ext cx="907075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45720" rIns="45720">
            <a:spAutoFit/>
          </a:bodyPr>
          <a:lstStyle/>
          <a:p>
            <a:pPr algn="l" eaLnBrk="0" hangingPunct="0">
              <a:defRPr/>
            </a:pPr>
            <a:r>
              <a:rPr lang="en-US" sz="1050" dirty="0">
                <a:solidFill>
                  <a:schemeClr val="bg1"/>
                </a:solidFill>
                <a:latin typeface="Helvetica LT Std"/>
              </a:rPr>
              <a:t>CVE is sponsored by U.S. Department of Homeland Security (DHS) Cybersecurity and Infrastructure Security Agency (CISA). Copyright © 1999–2024, The MITRE Corporation. CVE and the CVE logo are registered trademarks of The MITRE Corporation.</a:t>
            </a:r>
            <a:endParaRPr lang="en-US" altLang="en-US" sz="1050" b="0" u="none" baseline="0" dirty="0">
              <a:solidFill>
                <a:schemeClr val="bg1"/>
              </a:solidFill>
              <a:latin typeface="Helvetica LT St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43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428A-D822-4662-A08D-F5F04153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40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B391-449B-4A0A-91D4-FEE6C094D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474"/>
            <a:ext cx="10515600" cy="4708525"/>
          </a:xfrm>
          <a:prstGeom prst="rect">
            <a:avLst/>
          </a:prstGeom>
        </p:spPr>
        <p:txBody>
          <a:bodyPr/>
          <a:lstStyle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49A659-7A3B-4019-B95F-4BF28B2A0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|</a:t>
            </a:r>
            <a:r>
              <a:rPr lang="en-US">
                <a:ea typeface="Tahoma" panose="020B0604030504040204" pitchFamily="34" charset="0"/>
              </a:rPr>
              <a:t> </a:t>
            </a:r>
            <a:fld id="{295008BC-DA31-4D19-837B-EFA4386B05F5}" type="slidenum">
              <a:rPr lang="en-US" smtClean="0">
                <a:ea typeface="Tahoma" panose="020B0604030504040204" pitchFamily="34" charset="0"/>
              </a:rPr>
              <a:pPr/>
              <a:t>‹#›</a:t>
            </a:fld>
            <a:r>
              <a:rPr lang="en-US">
                <a:ea typeface="Tahoma" panose="020B0604030504040204" pitchFamily="34" charset="0"/>
              </a:rPr>
              <a:t> </a:t>
            </a:r>
            <a:r>
              <a:rPr lang="en-US"/>
              <a:t>|</a:t>
            </a:r>
            <a:r>
              <a:rPr lang="en-US">
                <a:ea typeface="Verdana" pitchFamily="34" charset="0"/>
              </a:rPr>
              <a:t> </a:t>
            </a:r>
            <a:endParaRPr lang="en-US" dirty="0"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525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81480" y="0"/>
            <a:ext cx="99589" cy="6858000"/>
            <a:chOff x="1" y="0"/>
            <a:chExt cx="380999" cy="6858000"/>
          </a:xfrm>
        </p:grpSpPr>
        <p:sp>
          <p:nvSpPr>
            <p:cNvPr id="17" name="Rectangle 16"/>
            <p:cNvSpPr/>
            <p:nvPr/>
          </p:nvSpPr>
          <p:spPr bwMode="auto">
            <a:xfrm>
              <a:off x="1" y="0"/>
              <a:ext cx="380999" cy="327660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377" rtl="0" eaLnBrk="0" fontAlgn="base" latinLnBrk="0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1" y="3505200"/>
              <a:ext cx="380999" cy="3352800"/>
            </a:xfrm>
            <a:prstGeom prst="rect">
              <a:avLst/>
            </a:prstGeom>
            <a:solidFill>
              <a:srgbClr val="FF6E0B"/>
            </a:solidFill>
            <a:ln w="12700" cap="flat" cmpd="sng" algn="ctr">
              <a:solidFill>
                <a:srgbClr val="FF6E0B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377" rtl="0" eaLnBrk="0" fontAlgn="base" latinLnBrk="0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1" name="Rectangle 9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685800" y="2523067"/>
            <a:ext cx="10820400" cy="18033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ts val="4400"/>
              </a:lnSpc>
              <a:defRPr sz="4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Divider Slide – Section Title here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85800" y="2057400"/>
            <a:ext cx="10744200" cy="0"/>
          </a:xfrm>
          <a:prstGeom prst="line">
            <a:avLst/>
          </a:prstGeom>
          <a:ln>
            <a:gradFill flip="none" rotWithShape="1">
              <a:gsLst>
                <a:gs pos="12245">
                  <a:srgbClr val="97D4EA"/>
                </a:gs>
                <a:gs pos="73000">
                  <a:srgbClr val="FFC000"/>
                </a:gs>
                <a:gs pos="26000">
                  <a:schemeClr val="tx2"/>
                </a:gs>
                <a:gs pos="77000">
                  <a:schemeClr val="tx2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85800" y="4800600"/>
            <a:ext cx="10744200" cy="0"/>
          </a:xfrm>
          <a:prstGeom prst="line">
            <a:avLst/>
          </a:prstGeom>
          <a:ln>
            <a:gradFill flip="none" rotWithShape="1">
              <a:gsLst>
                <a:gs pos="6000">
                  <a:srgbClr val="FF6E0B"/>
                </a:gs>
                <a:gs pos="26000">
                  <a:schemeClr val="tx2"/>
                </a:gs>
                <a:gs pos="77000">
                  <a:schemeClr val="tx2"/>
                </a:gs>
                <a:gs pos="100000">
                  <a:srgbClr val="97D4EA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12030547" y="0"/>
            <a:ext cx="99589" cy="6858000"/>
            <a:chOff x="1" y="0"/>
            <a:chExt cx="380999" cy="6858000"/>
          </a:xfrm>
        </p:grpSpPr>
        <p:sp>
          <p:nvSpPr>
            <p:cNvPr id="20" name="Rectangle 19"/>
            <p:cNvSpPr/>
            <p:nvPr/>
          </p:nvSpPr>
          <p:spPr bwMode="auto">
            <a:xfrm>
              <a:off x="1" y="0"/>
              <a:ext cx="380999" cy="327660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377" rtl="0" eaLnBrk="0" fontAlgn="base" latinLnBrk="0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1" y="3505200"/>
              <a:ext cx="380999" cy="3352800"/>
            </a:xfrm>
            <a:prstGeom prst="rect">
              <a:avLst/>
            </a:prstGeom>
            <a:solidFill>
              <a:srgbClr val="FF6E0B"/>
            </a:solidFill>
            <a:ln w="12700" cap="flat" cmpd="sng" algn="ctr">
              <a:solidFill>
                <a:srgbClr val="FF6E0B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377" rtl="0" eaLnBrk="0" fontAlgn="base" latinLnBrk="0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</p:grpSp>
      <p:pic>
        <p:nvPicPr>
          <p:cNvPr id="22" name="Graphic 21">
            <a:extLst>
              <a:ext uri="{FF2B5EF4-FFF2-40B4-BE49-F238E27FC236}">
                <a16:creationId xmlns:a16="http://schemas.microsoft.com/office/drawing/2014/main" id="{B8B7D8AA-F1D8-45A5-8EC5-EDE1FEFCFB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208" y="6289963"/>
            <a:ext cx="1249033" cy="365760"/>
          </a:xfrm>
          <a:prstGeom prst="rect">
            <a:avLst/>
          </a:prstGeom>
        </p:spPr>
      </p:pic>
      <p:sp>
        <p:nvSpPr>
          <p:cNvPr id="14" name="Text Box 34">
            <a:extLst>
              <a:ext uri="{FF2B5EF4-FFF2-40B4-BE49-F238E27FC236}">
                <a16:creationId xmlns:a16="http://schemas.microsoft.com/office/drawing/2014/main" id="{E4F73D66-FC3D-4ED5-869D-E71B70F47A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82339" y="6289963"/>
            <a:ext cx="907075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45720" rIns="45720">
            <a:spAutoFit/>
          </a:bodyPr>
          <a:lstStyle/>
          <a:p>
            <a:pPr algn="l" eaLnBrk="0" hangingPunct="0">
              <a:defRPr/>
            </a:pPr>
            <a:r>
              <a:rPr lang="en-US" sz="1050" dirty="0">
                <a:solidFill>
                  <a:schemeClr val="bg1"/>
                </a:solidFill>
                <a:latin typeface="Helvetica LT Std"/>
              </a:rPr>
              <a:t>CVE is sponsored by U.S. Department of Homeland Security (DHS) Cybersecurity and Infrastructure Security Agency (CISA). Copyright © 1999–2024, The MITRE Corporation. CVE and the CVE logo are registered trademarks of The MITRE Corporation.</a:t>
            </a:r>
            <a:endParaRPr lang="en-US" altLang="en-US" sz="1050" b="0" u="none" baseline="0" dirty="0">
              <a:solidFill>
                <a:schemeClr val="bg1"/>
              </a:solidFill>
              <a:latin typeface="Helvetica LT Std"/>
              <a:cs typeface="+mn-cs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C2429F8-2E11-4D90-B076-E8227A99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|</a:t>
            </a:r>
            <a:r>
              <a:rPr lang="en-US">
                <a:ea typeface="Tahoma" panose="020B0604030504040204" pitchFamily="34" charset="0"/>
              </a:rPr>
              <a:t> </a:t>
            </a:r>
            <a:fld id="{295008BC-DA31-4D19-837B-EFA4386B05F5}" type="slidenum">
              <a:rPr lang="en-US" smtClean="0">
                <a:ea typeface="Tahoma" panose="020B0604030504040204" pitchFamily="34" charset="0"/>
              </a:rPr>
              <a:pPr/>
              <a:t>‹#›</a:t>
            </a:fld>
            <a:r>
              <a:rPr lang="en-US">
                <a:ea typeface="Tahoma" panose="020B0604030504040204" pitchFamily="34" charset="0"/>
              </a:rPr>
              <a:t> </a:t>
            </a:r>
            <a:r>
              <a:rPr lang="en-US"/>
              <a:t>|</a:t>
            </a:r>
            <a:r>
              <a:rPr lang="en-US">
                <a:ea typeface="Verdana" pitchFamily="34" charset="0"/>
              </a:rPr>
              <a:t> </a:t>
            </a:r>
            <a:endParaRPr lang="en-US" dirty="0"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998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1E4F-9489-4AF7-9DD8-7A5FE55DD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40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99A61-D745-4359-8D1A-45854859D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2250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82D22-D7AC-49F1-9B77-E49498C3F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2250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0F27FF-6625-4E60-936F-EB445A4D2DC8}"/>
              </a:ext>
            </a:extLst>
          </p:cNvPr>
          <p:cNvSpPr txBox="1">
            <a:spLocks/>
          </p:cNvSpPr>
          <p:nvPr userDrawn="1"/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Arial" pitchFamily="34" charset="0"/>
              </a:rPr>
              <a:t>| </a:t>
            </a:r>
            <a:fld id="{295008BC-DA31-4D19-837B-EFA4386B05F5}" type="slidenum">
              <a:rPr lang="en-US" smtClean="0">
                <a:solidFill>
                  <a:schemeClr val="bg1"/>
                </a:solidFill>
                <a:latin typeface="Arial" pitchFamily="34" charset="0"/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  <a:latin typeface="Arial" pitchFamily="34" charset="0"/>
              </a:rPr>
              <a:t> |</a:t>
            </a:r>
            <a:r>
              <a:rPr lang="en-US" dirty="0">
                <a:solidFill>
                  <a:schemeClr val="bg1"/>
                </a:solidFill>
                <a:latin typeface="Arial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8775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A27A-ED11-4298-99DD-3BA89AAF4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40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541F0-543D-4F88-8DF0-61612784980E}"/>
              </a:ext>
            </a:extLst>
          </p:cNvPr>
          <p:cNvSpPr txBox="1">
            <a:spLocks/>
          </p:cNvSpPr>
          <p:nvPr userDrawn="1"/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Arial" pitchFamily="34" charset="0"/>
              </a:rPr>
              <a:t>| </a:t>
            </a:r>
            <a:fld id="{295008BC-DA31-4D19-837B-EFA4386B05F5}" type="slidenum">
              <a:rPr lang="en-US" smtClean="0">
                <a:solidFill>
                  <a:schemeClr val="bg1"/>
                </a:solidFill>
                <a:latin typeface="Arial" pitchFamily="34" charset="0"/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  <a:latin typeface="Arial" pitchFamily="34" charset="0"/>
              </a:rPr>
              <a:t> |</a:t>
            </a:r>
            <a:r>
              <a:rPr lang="en-US" dirty="0">
                <a:solidFill>
                  <a:schemeClr val="bg1"/>
                </a:solidFill>
                <a:latin typeface="Arial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156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0FB461-6680-4CB6-A4CC-67D8093B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>
                <a:latin typeface="Arial" pitchFamily="34" charset="0"/>
              </a:rPr>
              <a:t>| </a:t>
            </a:r>
            <a:fld id="{295008BC-DA31-4D19-837B-EFA4386B05F5}" type="slidenum">
              <a:rPr lang="en-US" smtClean="0">
                <a:latin typeface="Arial" pitchFamily="34" charset="0"/>
              </a:rPr>
              <a:pPr/>
              <a:t>‹#›</a:t>
            </a:fld>
            <a:r>
              <a:rPr lang="en-US">
                <a:latin typeface="Arial" pitchFamily="34" charset="0"/>
              </a:rPr>
              <a:t> |</a:t>
            </a:r>
            <a:r>
              <a:rPr lang="en-US">
                <a:latin typeface="Arial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dirty="0">
              <a:latin typeface="Arial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22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8874A82-748A-4D7C-A9AF-84A034AC2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>
                <a:latin typeface="Arial" pitchFamily="34" charset="0"/>
              </a:rPr>
              <a:t>| </a:t>
            </a:r>
            <a:fld id="{295008BC-DA31-4D19-837B-EFA4386B05F5}" type="slidenum">
              <a:rPr lang="en-US" smtClean="0">
                <a:latin typeface="Arial" pitchFamily="34" charset="0"/>
              </a:rPr>
              <a:pPr/>
              <a:t>‹#›</a:t>
            </a:fld>
            <a:r>
              <a:rPr lang="en-US">
                <a:latin typeface="Arial" pitchFamily="34" charset="0"/>
              </a:rPr>
              <a:t> |</a:t>
            </a:r>
            <a:r>
              <a:rPr lang="en-US">
                <a:latin typeface="Arial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dirty="0">
              <a:latin typeface="Arial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391094-B5D5-4053-B0C0-94919897ED1A}"/>
              </a:ext>
            </a:extLst>
          </p:cNvPr>
          <p:cNvSpPr/>
          <p:nvPr userDrawn="1"/>
        </p:nvSpPr>
        <p:spPr>
          <a:xfrm>
            <a:off x="742950" y="1123950"/>
            <a:ext cx="10839450" cy="419100"/>
          </a:xfrm>
          <a:prstGeom prst="rect">
            <a:avLst/>
          </a:prstGeom>
          <a:solidFill>
            <a:srgbClr val="161636"/>
          </a:solidFill>
          <a:ln>
            <a:solidFill>
              <a:srgbClr val="16163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63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0FB461-6680-4CB6-A4CC-67D8093B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>
                <a:latin typeface="Arial" pitchFamily="34" charset="0"/>
              </a:rPr>
              <a:t>| </a:t>
            </a:r>
            <a:fld id="{295008BC-DA31-4D19-837B-EFA4386B05F5}" type="slidenum">
              <a:rPr lang="en-US" smtClean="0">
                <a:latin typeface="Arial" pitchFamily="34" charset="0"/>
              </a:rPr>
              <a:pPr/>
              <a:t>‹#›</a:t>
            </a:fld>
            <a:r>
              <a:rPr lang="en-US">
                <a:latin typeface="Arial" pitchFamily="34" charset="0"/>
              </a:rPr>
              <a:t> |</a:t>
            </a:r>
            <a:r>
              <a:rPr lang="en-US">
                <a:latin typeface="Arial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dirty="0">
              <a:latin typeface="Arial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3AA79C-BCB0-447F-8E47-BAD8DEAC6D6E}"/>
              </a:ext>
            </a:extLst>
          </p:cNvPr>
          <p:cNvSpPr/>
          <p:nvPr userDrawn="1"/>
        </p:nvSpPr>
        <p:spPr>
          <a:xfrm>
            <a:off x="742950" y="1123950"/>
            <a:ext cx="10839450" cy="419100"/>
          </a:xfrm>
          <a:prstGeom prst="rect">
            <a:avLst/>
          </a:prstGeom>
          <a:solidFill>
            <a:srgbClr val="161636"/>
          </a:solidFill>
          <a:ln>
            <a:solidFill>
              <a:srgbClr val="16163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FDE63C-8FD2-4021-92D1-35E8626F04F0}"/>
              </a:ext>
            </a:extLst>
          </p:cNvPr>
          <p:cNvSpPr/>
          <p:nvPr userDrawn="1"/>
        </p:nvSpPr>
        <p:spPr>
          <a:xfrm rot="5400000">
            <a:off x="-3201135" y="3216519"/>
            <a:ext cx="6852138" cy="419100"/>
          </a:xfrm>
          <a:prstGeom prst="rect">
            <a:avLst/>
          </a:prstGeom>
          <a:solidFill>
            <a:srgbClr val="161636"/>
          </a:solidFill>
          <a:ln>
            <a:solidFill>
              <a:srgbClr val="16163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91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DC7E0-961C-4A00-8B0B-83ECF8E3C463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308269" indent="-308269" algn="l" defTabSz="1216185" rtl="0" eaLnBrk="1" latinLnBrk="0" hangingPunct="1">
              <a:spcBef>
                <a:spcPts val="0"/>
              </a:spcBef>
              <a:spcAft>
                <a:spcPts val="798"/>
              </a:spcAft>
              <a:buClr>
                <a:schemeClr val="tx2"/>
              </a:buClr>
              <a:buSzPct val="120000"/>
              <a:buFont typeface="Wingdings" pitchFamily="2" charset="2"/>
              <a:buChar char="§"/>
              <a:defRPr lang="en-US" sz="2400" b="1" kern="12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6216" marR="0" indent="-304046" algn="l" defTabSz="121618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798"/>
              </a:spcAft>
              <a:buClr>
                <a:schemeClr val="tx2"/>
              </a:buClr>
              <a:buSzTx/>
              <a:buFont typeface="Arial" pitchFamily="34" charset="0"/>
              <a:buChar char="–"/>
              <a:tabLst/>
              <a:defRPr lang="en-US"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94485" indent="-308269" algn="l" defTabSz="1216185" rtl="0" eaLnBrk="1" latinLnBrk="0" hangingPunct="1">
              <a:spcBef>
                <a:spcPts val="0"/>
              </a:spcBef>
              <a:spcAft>
                <a:spcPts val="798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lang="en-US" sz="2400" kern="120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l" defTabSz="1216185" rtl="0" eaLnBrk="1" latinLnBrk="0" hangingPunct="1">
              <a:spcBef>
                <a:spcPts val="0"/>
              </a:spcBef>
              <a:spcAft>
                <a:spcPts val="798"/>
              </a:spcAft>
              <a:buClr>
                <a:schemeClr val="tx2"/>
              </a:buClr>
              <a:defRPr lang="en-US" sz="2400" b="0" kern="120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l" defTabSz="1216185" rtl="0" eaLnBrk="1" latinLnBrk="0" hangingPunct="1">
              <a:spcBef>
                <a:spcPts val="0"/>
              </a:spcBef>
              <a:spcAft>
                <a:spcPts val="798"/>
              </a:spcAft>
              <a:buClr>
                <a:schemeClr val="tx2"/>
              </a:buClr>
              <a:defRPr lang="en-US" sz="2660" b="1" kern="1200">
                <a:solidFill>
                  <a:schemeClr val="tx1"/>
                </a:solidFill>
                <a:latin typeface="Arial" pitchFamily="34" charset="0"/>
                <a:ea typeface="Verdana" pitchFamily="34" charset="0"/>
                <a:cs typeface="Arial" pitchFamily="34" charset="0"/>
              </a:defRPr>
            </a:lvl5pPr>
          </a:lstStyle>
          <a:p>
            <a:pPr marL="308269" lvl="0" indent="-308269" defTabSz="1216185">
              <a:spcBef>
                <a:spcPts val="0"/>
              </a:spcBef>
              <a:spcAft>
                <a:spcPts val="798"/>
              </a:spcAft>
              <a:buClr>
                <a:schemeClr val="tx2"/>
              </a:buClr>
              <a:buSzPct val="120000"/>
              <a:buFont typeface="Wingdings" pitchFamily="2" charset="2"/>
              <a:buChar char="§"/>
            </a:pPr>
            <a:r>
              <a:rPr lang="en-US" dirty="0"/>
              <a:t>Edit Master text styles</a:t>
            </a:r>
          </a:p>
          <a:p>
            <a:pPr marL="686216" lvl="1" indent="-304046" defTabSz="1216185">
              <a:spcBef>
                <a:spcPts val="0"/>
              </a:spcBef>
              <a:spcAft>
                <a:spcPts val="798"/>
              </a:spcAft>
              <a:buClr>
                <a:schemeClr val="tx2"/>
              </a:buClr>
              <a:buChar char="–"/>
            </a:pPr>
            <a:r>
              <a:rPr lang="en-US" dirty="0"/>
              <a:t>Second level</a:t>
            </a:r>
          </a:p>
          <a:p>
            <a:pPr marL="994485" lvl="2" indent="-308269" defTabSz="1216185">
              <a:spcBef>
                <a:spcPts val="0"/>
              </a:spcBef>
              <a:spcAft>
                <a:spcPts val="798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</a:pPr>
            <a:r>
              <a:rPr lang="en-US" dirty="0"/>
              <a:t>Third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53F2848-DF32-4C59-B04B-EBFD963B2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>
                <a:latin typeface="Arial" pitchFamily="34" charset="0"/>
              </a:rPr>
              <a:t>| </a:t>
            </a:r>
            <a:fld id="{295008BC-DA31-4D19-837B-EFA4386B05F5}" type="slidenum">
              <a:rPr lang="en-US" smtClean="0">
                <a:latin typeface="Arial" pitchFamily="34" charset="0"/>
              </a:rPr>
              <a:pPr/>
              <a:t>‹#›</a:t>
            </a:fld>
            <a:r>
              <a:rPr lang="en-US">
                <a:latin typeface="Arial" pitchFamily="34" charset="0"/>
              </a:rPr>
              <a:t> |</a:t>
            </a:r>
            <a:r>
              <a:rPr lang="en-US">
                <a:latin typeface="Arial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dirty="0">
              <a:latin typeface="Arial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Text Box 34">
            <a:extLst>
              <a:ext uri="{FF2B5EF4-FFF2-40B4-BE49-F238E27FC236}">
                <a16:creationId xmlns:a16="http://schemas.microsoft.com/office/drawing/2014/main" id="{5B17FFB1-3C4C-4A5B-BF53-392C4B55DE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07208" y="6300216"/>
            <a:ext cx="900743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45720" rIns="45720">
            <a:spAutoFit/>
          </a:bodyPr>
          <a:lstStyle/>
          <a:p>
            <a:pPr algn="l" eaLnBrk="0" hangingPunct="0">
              <a:defRPr/>
            </a:pPr>
            <a:r>
              <a:rPr lang="en-US" sz="1050" dirty="0">
                <a:latin typeface="Helvetica LT Std"/>
              </a:rPr>
              <a:t>CVE is sponsored by </a:t>
            </a:r>
            <a:r>
              <a:rPr lang="en-US" sz="1050" dirty="0">
                <a:latin typeface="Helvetica LT Std"/>
                <a:hlinkClick r:id="rId2"/>
              </a:rPr>
              <a:t>U.S. Department of Homeland Security</a:t>
            </a:r>
            <a:r>
              <a:rPr lang="en-US" sz="1050" dirty="0">
                <a:latin typeface="Helvetica LT Std"/>
              </a:rPr>
              <a:t> (DHS) </a:t>
            </a:r>
            <a:r>
              <a:rPr lang="en-US" sz="1050" dirty="0">
                <a:latin typeface="Helvetica LT Std"/>
                <a:hlinkClick r:id="rId3"/>
              </a:rPr>
              <a:t>Cybersecurity and Infrastructure Security Agency</a:t>
            </a:r>
            <a:r>
              <a:rPr lang="en-US" sz="1050" dirty="0">
                <a:latin typeface="Helvetica LT Std"/>
              </a:rPr>
              <a:t> (CISA). Copyright © 1999–2021, </a:t>
            </a:r>
            <a:r>
              <a:rPr lang="en-US" sz="1050" dirty="0">
                <a:latin typeface="Helvetica LT Std"/>
                <a:hlinkClick r:id="rId4"/>
              </a:rPr>
              <a:t>The MITRE Corporation</a:t>
            </a:r>
            <a:r>
              <a:rPr lang="en-US" sz="1050" dirty="0">
                <a:latin typeface="Helvetica LT Std"/>
              </a:rPr>
              <a:t>. CVE is a registered trademark and the CVE logo is a trademark of The MITRE Corporation.</a:t>
            </a:r>
            <a:endParaRPr lang="en-US" altLang="en-US" sz="1050" b="0" u="none" baseline="0" dirty="0">
              <a:solidFill>
                <a:schemeClr val="tx1"/>
              </a:solidFill>
              <a:latin typeface="Helvetica LT Std"/>
              <a:cs typeface="+mn-cs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95454DF6-E951-45C2-BE23-6FFED9A89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448" y="365760"/>
            <a:ext cx="11236721" cy="75025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pPr lvl="0">
              <a:lnSpc>
                <a:spcPts val="32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69B3920-0326-41F7-9CD6-0D19C17CB18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38121" y="6327030"/>
            <a:ext cx="1265482" cy="3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3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81480" y="0"/>
            <a:ext cx="99589" cy="6858000"/>
            <a:chOff x="0" y="0"/>
            <a:chExt cx="407324" cy="6858000"/>
          </a:xfrm>
        </p:grpSpPr>
        <p:sp>
          <p:nvSpPr>
            <p:cNvPr id="18" name="Rectangle 17"/>
            <p:cNvSpPr/>
            <p:nvPr/>
          </p:nvSpPr>
          <p:spPr bwMode="auto">
            <a:xfrm>
              <a:off x="0" y="0"/>
              <a:ext cx="407324" cy="2398143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0" y="2510287"/>
              <a:ext cx="407324" cy="4347713"/>
            </a:xfrm>
            <a:prstGeom prst="rect">
              <a:avLst/>
            </a:prstGeom>
            <a:solidFill>
              <a:srgbClr val="161636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9" name="Rectangle 9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009528" y="331986"/>
            <a:ext cx="9662160" cy="1981200"/>
          </a:xfrm>
        </p:spPr>
        <p:txBody>
          <a:bodyPr anchor="b" anchorCtr="0">
            <a:normAutofit/>
          </a:bodyPr>
          <a:lstStyle>
            <a:lvl1pPr algn="l">
              <a:lnSpc>
                <a:spcPts val="4400"/>
              </a:lnSpc>
              <a:defRPr sz="4000" b="1">
                <a:solidFill>
                  <a:srgbClr val="16163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26" name="Subtitle 1"/>
          <p:cNvSpPr>
            <a:spLocks noGrp="1"/>
          </p:cNvSpPr>
          <p:nvPr>
            <p:ph type="subTitle" idx="1" hasCustomPrompt="1"/>
          </p:nvPr>
        </p:nvSpPr>
        <p:spPr>
          <a:xfrm>
            <a:off x="1009528" y="2568943"/>
            <a:ext cx="7655345" cy="389923"/>
          </a:xfrm>
        </p:spPr>
        <p:txBody>
          <a:bodyPr/>
          <a:lstStyle>
            <a:lvl1pPr marL="0" indent="0">
              <a:buNone/>
              <a:defRPr>
                <a:solidFill>
                  <a:srgbClr val="161636"/>
                </a:solidFill>
              </a:defRPr>
            </a:lvl1pPr>
          </a:lstStyle>
          <a:p>
            <a:r>
              <a:rPr lang="en-US" dirty="0"/>
              <a:t>Author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0B79FD-B7DB-4651-82AC-8DBF5E3F5036}"/>
              </a:ext>
            </a:extLst>
          </p:cNvPr>
          <p:cNvCxnSpPr>
            <a:cxnSpLocks/>
          </p:cNvCxnSpPr>
          <p:nvPr userDrawn="1"/>
        </p:nvCxnSpPr>
        <p:spPr>
          <a:xfrm flipV="1">
            <a:off x="1009528" y="2398143"/>
            <a:ext cx="9662160" cy="28575"/>
          </a:xfrm>
          <a:prstGeom prst="line">
            <a:avLst/>
          </a:prstGeom>
          <a:ln>
            <a:gradFill flip="none" rotWithShape="1">
              <a:gsLst>
                <a:gs pos="60527">
                  <a:srgbClr val="97D4EA"/>
                </a:gs>
                <a:gs pos="6000">
                  <a:srgbClr val="FF6E0B"/>
                </a:gs>
                <a:gs pos="26000">
                  <a:schemeClr val="tx2"/>
                </a:gs>
                <a:gs pos="77000">
                  <a:schemeClr val="tx2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95288DB-2197-4AA1-9E62-6093715D8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1200">
                <a:solidFill>
                  <a:srgbClr val="16163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|</a:t>
            </a:r>
            <a:r>
              <a:rPr lang="en-US">
                <a:ea typeface="Tahoma" panose="020B0604030504040204" pitchFamily="34" charset="0"/>
              </a:rPr>
              <a:t> </a:t>
            </a:r>
            <a:fld id="{295008BC-DA31-4D19-837B-EFA4386B05F5}" type="slidenum">
              <a:rPr lang="en-US" smtClean="0">
                <a:ea typeface="Tahoma" panose="020B0604030504040204" pitchFamily="34" charset="0"/>
              </a:rPr>
              <a:pPr/>
              <a:t>‹#›</a:t>
            </a:fld>
            <a:r>
              <a:rPr lang="en-US">
                <a:ea typeface="Tahoma" panose="020B0604030504040204" pitchFamily="34" charset="0"/>
              </a:rPr>
              <a:t> </a:t>
            </a:r>
            <a:r>
              <a:rPr lang="en-US"/>
              <a:t>|</a:t>
            </a:r>
            <a:r>
              <a:rPr lang="en-US">
                <a:ea typeface="Verdana" pitchFamily="34" charset="0"/>
              </a:rPr>
              <a:t> </a:t>
            </a:r>
            <a:endParaRPr lang="en-US" dirty="0">
              <a:ea typeface="Verdana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57E0AB2-A225-48B4-AEE6-D1C0BADED8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208" y="6289963"/>
            <a:ext cx="1249033" cy="365760"/>
          </a:xfrm>
          <a:prstGeom prst="rect">
            <a:avLst/>
          </a:prstGeom>
        </p:spPr>
      </p:pic>
      <p:sp>
        <p:nvSpPr>
          <p:cNvPr id="15" name="Text Box 34">
            <a:extLst>
              <a:ext uri="{FF2B5EF4-FFF2-40B4-BE49-F238E27FC236}">
                <a16:creationId xmlns:a16="http://schemas.microsoft.com/office/drawing/2014/main" id="{083DBED3-CBF1-4DED-BBB9-99102293380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07208" y="6289963"/>
            <a:ext cx="899800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45720" rIns="45720">
            <a:spAutoFit/>
          </a:bodyPr>
          <a:lstStyle/>
          <a:p>
            <a:pPr algn="l" eaLnBrk="0" hangingPunct="0">
              <a:defRPr/>
            </a:pPr>
            <a:r>
              <a:rPr lang="en-US" sz="1050" dirty="0">
                <a:solidFill>
                  <a:schemeClr val="bg1"/>
                </a:solidFill>
                <a:latin typeface="Helvetica LT Std"/>
              </a:rPr>
              <a:t>CVE is sponsored by U.S. Department of Homeland Security (DHS) Cybersecurity and Infrastructure Security Agency (CISA). Copyright © 1999–2021, The MITRE Corporation. CVE and the CVE logo are registered trademarks of The MITRE Corporation.</a:t>
            </a:r>
            <a:endParaRPr lang="en-US" altLang="en-US" sz="1050" b="0" u="none" baseline="0" dirty="0">
              <a:solidFill>
                <a:schemeClr val="bg1"/>
              </a:solidFill>
              <a:latin typeface="Helvetica LT Std"/>
              <a:cs typeface="+mn-cs"/>
            </a:endParaRPr>
          </a:p>
        </p:txBody>
      </p:sp>
      <p:sp>
        <p:nvSpPr>
          <p:cNvPr id="11" name="Text Box 34">
            <a:extLst>
              <a:ext uri="{FF2B5EF4-FFF2-40B4-BE49-F238E27FC236}">
                <a16:creationId xmlns:a16="http://schemas.microsoft.com/office/drawing/2014/main" id="{DD449A9D-B432-49FE-8A2B-6C39F96692A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82339" y="6289963"/>
            <a:ext cx="907075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45720" rIns="45720">
            <a:spAutoFit/>
          </a:bodyPr>
          <a:lstStyle/>
          <a:p>
            <a:pPr algn="l" eaLnBrk="0" hangingPunct="0">
              <a:defRPr/>
            </a:pPr>
            <a:r>
              <a:rPr lang="en-US" sz="1050" dirty="0">
                <a:solidFill>
                  <a:srgbClr val="161636"/>
                </a:solidFill>
                <a:latin typeface="Helvetica LT Std"/>
              </a:rPr>
              <a:t>CVE is sponsored by U.S. Department of Homeland Security (DHS) Cybersecurity and Infrastructure Security Agency (CISA). Copyright © 1999–2024, The MITRE Corporation. CVE and the CVE logo are registered trademarks of The MITRE Corporation.</a:t>
            </a:r>
            <a:endParaRPr lang="en-US" altLang="en-US" sz="1050" b="0" u="none" baseline="0" dirty="0">
              <a:solidFill>
                <a:srgbClr val="161636"/>
              </a:solidFill>
              <a:latin typeface="Helvetica LT St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1819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428A-D822-4662-A08D-F5F04153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B391-449B-4A0A-91D4-FEE6C094D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8874A82-748A-4D7C-A9AF-84A034AC2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1200">
                <a:solidFill>
                  <a:srgbClr val="161636"/>
                </a:solidFill>
              </a:defRPr>
            </a:lvl1pPr>
          </a:lstStyle>
          <a:p>
            <a:r>
              <a:rPr lang="en-US">
                <a:latin typeface="Arial" pitchFamily="34" charset="0"/>
              </a:rPr>
              <a:t>| </a:t>
            </a:r>
            <a:fld id="{295008BC-DA31-4D19-837B-EFA4386B05F5}" type="slidenum">
              <a:rPr lang="en-US" smtClean="0">
                <a:latin typeface="Arial" pitchFamily="34" charset="0"/>
              </a:rPr>
              <a:pPr/>
              <a:t>‹#›</a:t>
            </a:fld>
            <a:r>
              <a:rPr lang="en-US">
                <a:latin typeface="Arial" pitchFamily="34" charset="0"/>
              </a:rPr>
              <a:t> |</a:t>
            </a:r>
            <a:r>
              <a:rPr lang="en-US">
                <a:latin typeface="Arial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dirty="0">
              <a:latin typeface="Arial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344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81480" y="0"/>
            <a:ext cx="99589" cy="6858000"/>
            <a:chOff x="1" y="0"/>
            <a:chExt cx="380999" cy="6858000"/>
          </a:xfrm>
        </p:grpSpPr>
        <p:sp>
          <p:nvSpPr>
            <p:cNvPr id="17" name="Rectangle 16"/>
            <p:cNvSpPr/>
            <p:nvPr/>
          </p:nvSpPr>
          <p:spPr bwMode="auto">
            <a:xfrm>
              <a:off x="1" y="0"/>
              <a:ext cx="380999" cy="327660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377" rtl="0" eaLnBrk="0" fontAlgn="base" latinLnBrk="0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1" y="3505200"/>
              <a:ext cx="380999" cy="3352800"/>
            </a:xfrm>
            <a:prstGeom prst="rect">
              <a:avLst/>
            </a:prstGeom>
            <a:solidFill>
              <a:srgbClr val="161636"/>
            </a:solidFill>
            <a:ln w="12700" cap="flat" cmpd="sng" algn="ctr">
              <a:solidFill>
                <a:srgbClr val="16163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377" rtl="0" eaLnBrk="0" fontAlgn="base" latinLnBrk="0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1" name="Rectangle 9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685800" y="2523067"/>
            <a:ext cx="10820400" cy="1803399"/>
          </a:xfrm>
        </p:spPr>
        <p:txBody>
          <a:bodyPr anchor="ctr" anchorCtr="0">
            <a:noAutofit/>
          </a:bodyPr>
          <a:lstStyle>
            <a:lvl1pPr algn="ctr">
              <a:lnSpc>
                <a:spcPts val="4400"/>
              </a:lnSpc>
              <a:defRPr sz="4000" b="1">
                <a:solidFill>
                  <a:srgbClr val="16163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Divider Slide – Section Title here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85800" y="2057400"/>
            <a:ext cx="10744200" cy="0"/>
          </a:xfrm>
          <a:prstGeom prst="line">
            <a:avLst/>
          </a:prstGeom>
          <a:ln>
            <a:gradFill flip="none" rotWithShape="1">
              <a:gsLst>
                <a:gs pos="12245">
                  <a:srgbClr val="97D4EA"/>
                </a:gs>
                <a:gs pos="73000">
                  <a:srgbClr val="FFC000"/>
                </a:gs>
                <a:gs pos="26000">
                  <a:schemeClr val="tx2"/>
                </a:gs>
                <a:gs pos="77000">
                  <a:schemeClr val="tx2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85800" y="4800600"/>
            <a:ext cx="10744200" cy="0"/>
          </a:xfrm>
          <a:prstGeom prst="line">
            <a:avLst/>
          </a:prstGeom>
          <a:ln>
            <a:gradFill flip="none" rotWithShape="1">
              <a:gsLst>
                <a:gs pos="6000">
                  <a:srgbClr val="FF6E0B"/>
                </a:gs>
                <a:gs pos="26000">
                  <a:schemeClr val="tx2"/>
                </a:gs>
                <a:gs pos="77000">
                  <a:schemeClr val="tx2"/>
                </a:gs>
                <a:gs pos="100000">
                  <a:srgbClr val="97D4EA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12030547" y="0"/>
            <a:ext cx="99589" cy="6858000"/>
            <a:chOff x="1" y="0"/>
            <a:chExt cx="380999" cy="6858000"/>
          </a:xfrm>
        </p:grpSpPr>
        <p:sp>
          <p:nvSpPr>
            <p:cNvPr id="20" name="Rectangle 19"/>
            <p:cNvSpPr/>
            <p:nvPr/>
          </p:nvSpPr>
          <p:spPr bwMode="auto">
            <a:xfrm>
              <a:off x="1" y="0"/>
              <a:ext cx="380999" cy="327660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377" rtl="0" eaLnBrk="0" fontAlgn="base" latinLnBrk="0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1" y="3505200"/>
              <a:ext cx="380999" cy="3352800"/>
            </a:xfrm>
            <a:prstGeom prst="rect">
              <a:avLst/>
            </a:prstGeom>
            <a:solidFill>
              <a:srgbClr val="161636"/>
            </a:solidFill>
            <a:ln w="12700" cap="flat" cmpd="sng" algn="ctr">
              <a:solidFill>
                <a:srgbClr val="16163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377" rtl="0" eaLnBrk="0" fontAlgn="base" latinLnBrk="0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0B872EE-CF6B-48C6-B994-9F72BDEE7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1200">
                <a:solidFill>
                  <a:srgbClr val="161636"/>
                </a:solidFill>
              </a:defRPr>
            </a:lvl1pPr>
          </a:lstStyle>
          <a:p>
            <a:r>
              <a:rPr lang="en-US">
                <a:latin typeface="Arial" pitchFamily="34" charset="0"/>
              </a:rPr>
              <a:t>| </a:t>
            </a:r>
            <a:fld id="{295008BC-DA31-4D19-837B-EFA4386B05F5}" type="slidenum">
              <a:rPr lang="en-US" smtClean="0">
                <a:latin typeface="Arial" pitchFamily="34" charset="0"/>
              </a:rPr>
              <a:pPr/>
              <a:t>‹#›</a:t>
            </a:fld>
            <a:r>
              <a:rPr lang="en-US">
                <a:latin typeface="Arial" pitchFamily="34" charset="0"/>
              </a:rPr>
              <a:t> |</a:t>
            </a:r>
            <a:r>
              <a:rPr lang="en-US">
                <a:latin typeface="Arial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dirty="0">
              <a:latin typeface="Arial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B8B7D8AA-F1D8-45A5-8EC5-EDE1FEFCFB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208" y="6289963"/>
            <a:ext cx="1249033" cy="365760"/>
          </a:xfrm>
          <a:prstGeom prst="rect">
            <a:avLst/>
          </a:prstGeom>
        </p:spPr>
      </p:pic>
      <p:sp>
        <p:nvSpPr>
          <p:cNvPr id="24" name="Text Box 34">
            <a:extLst>
              <a:ext uri="{FF2B5EF4-FFF2-40B4-BE49-F238E27FC236}">
                <a16:creationId xmlns:a16="http://schemas.microsoft.com/office/drawing/2014/main" id="{07D52AAF-76C3-4854-B946-AD1F8280FD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07208" y="6289963"/>
            <a:ext cx="899800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45720" rIns="45720">
            <a:spAutoFit/>
          </a:bodyPr>
          <a:lstStyle/>
          <a:p>
            <a:pPr algn="l" eaLnBrk="0" hangingPunct="0">
              <a:defRPr/>
            </a:pPr>
            <a:r>
              <a:rPr lang="en-US" sz="1050" dirty="0">
                <a:solidFill>
                  <a:schemeClr val="bg1"/>
                </a:solidFill>
                <a:latin typeface="Helvetica LT Std"/>
              </a:rPr>
              <a:t>CVE is sponsored by U.S. Department of Homeland Security (DHS) Cybersecurity and Infrastructure Security Agency (CISA). Copyright © 1999–2021, The MITRE Corporation. CVE and the CVE logo are registered trademarks of The MITRE Corporation.</a:t>
            </a:r>
            <a:endParaRPr lang="en-US" altLang="en-US" sz="1050" b="0" u="none" baseline="0" dirty="0">
              <a:solidFill>
                <a:schemeClr val="bg1"/>
              </a:solidFill>
              <a:latin typeface="Helvetica LT Std"/>
              <a:cs typeface="+mn-cs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8A7C5507-7261-4345-B625-B4C2FDA0ED5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82339" y="6289963"/>
            <a:ext cx="907075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45720" rIns="45720">
            <a:spAutoFit/>
          </a:bodyPr>
          <a:lstStyle/>
          <a:p>
            <a:pPr algn="l" eaLnBrk="0" hangingPunct="0">
              <a:defRPr/>
            </a:pPr>
            <a:r>
              <a:rPr lang="en-US" sz="1050" dirty="0">
                <a:solidFill>
                  <a:srgbClr val="161636"/>
                </a:solidFill>
                <a:latin typeface="Helvetica LT Std"/>
              </a:rPr>
              <a:t>CVE is sponsored by U.S. Department of Homeland Security (DHS) Cybersecurity and Infrastructure Security Agency (CISA). Copyright © 1999–2024, The MITRE Corporation. CVE and the CVE logo are registered trademarks of The MITRE Corporation.</a:t>
            </a:r>
            <a:endParaRPr lang="en-US" altLang="en-US" sz="1050" b="0" u="none" baseline="0" dirty="0">
              <a:solidFill>
                <a:srgbClr val="161636"/>
              </a:solidFill>
              <a:latin typeface="Helvetica LT St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27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1E4F-9489-4AF7-9DD8-7A5FE55DD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99A61-D745-4359-8D1A-45854859D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225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82D22-D7AC-49F1-9B77-E49498C3F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225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0F27FF-6625-4E60-936F-EB445A4D2DC8}"/>
              </a:ext>
            </a:extLst>
          </p:cNvPr>
          <p:cNvSpPr txBox="1">
            <a:spLocks/>
          </p:cNvSpPr>
          <p:nvPr userDrawn="1"/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161636"/>
                </a:solidFill>
                <a:latin typeface="Arial" pitchFamily="34" charset="0"/>
              </a:rPr>
              <a:t>| </a:t>
            </a:r>
            <a:fld id="{295008BC-DA31-4D19-837B-EFA4386B05F5}" type="slidenum">
              <a:rPr lang="en-US" smtClean="0">
                <a:solidFill>
                  <a:srgbClr val="161636"/>
                </a:solidFill>
                <a:latin typeface="Arial" pitchFamily="34" charset="0"/>
              </a:rPr>
              <a:pPr/>
              <a:t>‹#›</a:t>
            </a:fld>
            <a:r>
              <a:rPr lang="en-US" dirty="0">
                <a:solidFill>
                  <a:srgbClr val="161636"/>
                </a:solidFill>
                <a:latin typeface="Arial" pitchFamily="34" charset="0"/>
              </a:rPr>
              <a:t> |</a:t>
            </a:r>
            <a:r>
              <a:rPr lang="en-US" dirty="0">
                <a:solidFill>
                  <a:srgbClr val="161636"/>
                </a:solidFill>
                <a:latin typeface="Arial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7823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A27A-ED11-4298-99DD-3BA89AAF4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541F0-543D-4F88-8DF0-61612784980E}"/>
              </a:ext>
            </a:extLst>
          </p:cNvPr>
          <p:cNvSpPr txBox="1">
            <a:spLocks/>
          </p:cNvSpPr>
          <p:nvPr userDrawn="1"/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161636"/>
                </a:solidFill>
                <a:latin typeface="Arial" pitchFamily="34" charset="0"/>
              </a:rPr>
              <a:t>| </a:t>
            </a:r>
            <a:fld id="{295008BC-DA31-4D19-837B-EFA4386B05F5}" type="slidenum">
              <a:rPr lang="en-US" smtClean="0">
                <a:solidFill>
                  <a:srgbClr val="161636"/>
                </a:solidFill>
                <a:latin typeface="Arial" pitchFamily="34" charset="0"/>
              </a:rPr>
              <a:pPr/>
              <a:t>‹#›</a:t>
            </a:fld>
            <a:r>
              <a:rPr lang="en-US" dirty="0">
                <a:solidFill>
                  <a:srgbClr val="161636"/>
                </a:solidFill>
                <a:latin typeface="Arial" pitchFamily="34" charset="0"/>
              </a:rPr>
              <a:t> |</a:t>
            </a:r>
            <a:r>
              <a:rPr lang="en-US" dirty="0">
                <a:solidFill>
                  <a:srgbClr val="161636"/>
                </a:solidFill>
                <a:latin typeface="Arial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5054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0FB461-6680-4CB6-A4CC-67D8093B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1200">
                <a:solidFill>
                  <a:srgbClr val="161636"/>
                </a:solidFill>
              </a:defRPr>
            </a:lvl1pPr>
          </a:lstStyle>
          <a:p>
            <a:r>
              <a:rPr lang="en-US" dirty="0">
                <a:latin typeface="Arial" pitchFamily="34" charset="0"/>
              </a:rPr>
              <a:t>| </a:t>
            </a:r>
            <a:fld id="{295008BC-DA31-4D19-837B-EFA4386B05F5}" type="slidenum">
              <a:rPr lang="en-US" smtClean="0">
                <a:latin typeface="Arial" pitchFamily="34" charset="0"/>
              </a:rPr>
              <a:pPr/>
              <a:t>‹#›</a:t>
            </a:fld>
            <a:r>
              <a:rPr lang="en-US" dirty="0">
                <a:latin typeface="Arial" pitchFamily="34" charset="0"/>
              </a:rPr>
              <a:t> |</a:t>
            </a:r>
            <a:r>
              <a:rPr lang="en-US" dirty="0">
                <a:latin typeface="Arial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6717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0FB461-6680-4CB6-A4CC-67D8093B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1200">
                <a:solidFill>
                  <a:srgbClr val="161636"/>
                </a:solidFill>
              </a:defRPr>
            </a:lvl1pPr>
          </a:lstStyle>
          <a:p>
            <a:r>
              <a:rPr lang="en-US" dirty="0">
                <a:latin typeface="Arial" pitchFamily="34" charset="0"/>
              </a:rPr>
              <a:t>| </a:t>
            </a:r>
            <a:fld id="{295008BC-DA31-4D19-837B-EFA4386B05F5}" type="slidenum">
              <a:rPr lang="en-US" smtClean="0">
                <a:latin typeface="Arial" pitchFamily="34" charset="0"/>
              </a:rPr>
              <a:pPr/>
              <a:t>‹#›</a:t>
            </a:fld>
            <a:r>
              <a:rPr lang="en-US" dirty="0">
                <a:latin typeface="Arial" pitchFamily="34" charset="0"/>
              </a:rPr>
              <a:t> |</a:t>
            </a:r>
            <a:r>
              <a:rPr lang="en-US" dirty="0">
                <a:latin typeface="Arial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8C0113-B5F9-4D83-B7B0-A117B2F9FF70}"/>
              </a:ext>
            </a:extLst>
          </p:cNvPr>
          <p:cNvSpPr/>
          <p:nvPr userDrawn="1"/>
        </p:nvSpPr>
        <p:spPr>
          <a:xfrm>
            <a:off x="720436" y="1126836"/>
            <a:ext cx="10788073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99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0FB461-6680-4CB6-A4CC-67D8093B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1200">
                <a:solidFill>
                  <a:srgbClr val="161636"/>
                </a:solidFill>
              </a:defRPr>
            </a:lvl1pPr>
          </a:lstStyle>
          <a:p>
            <a:r>
              <a:rPr lang="en-US" dirty="0">
                <a:latin typeface="Arial" pitchFamily="34" charset="0"/>
              </a:rPr>
              <a:t>| </a:t>
            </a:r>
            <a:fld id="{295008BC-DA31-4D19-837B-EFA4386B05F5}" type="slidenum">
              <a:rPr lang="en-US" smtClean="0">
                <a:latin typeface="Arial" pitchFamily="34" charset="0"/>
              </a:rPr>
              <a:pPr/>
              <a:t>‹#›</a:t>
            </a:fld>
            <a:r>
              <a:rPr lang="en-US" dirty="0">
                <a:latin typeface="Arial" pitchFamily="34" charset="0"/>
              </a:rPr>
              <a:t> |</a:t>
            </a:r>
            <a:r>
              <a:rPr lang="en-US" dirty="0">
                <a:latin typeface="Arial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8C0113-B5F9-4D83-B7B0-A117B2F9FF70}"/>
              </a:ext>
            </a:extLst>
          </p:cNvPr>
          <p:cNvSpPr/>
          <p:nvPr userDrawn="1"/>
        </p:nvSpPr>
        <p:spPr>
          <a:xfrm>
            <a:off x="720436" y="1126836"/>
            <a:ext cx="10788073" cy="332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90A45C-AF6C-4138-837C-522EBE9C0CFE}"/>
              </a:ext>
            </a:extLst>
          </p:cNvPr>
          <p:cNvSpPr/>
          <p:nvPr userDrawn="1"/>
        </p:nvSpPr>
        <p:spPr>
          <a:xfrm>
            <a:off x="0" y="0"/>
            <a:ext cx="249382" cy="6851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40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1.sv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13AB702-C182-4716-9B01-A71E1C16CF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98208" y="6289963"/>
            <a:ext cx="1249033" cy="365760"/>
          </a:xfrm>
          <a:prstGeom prst="rect">
            <a:avLst/>
          </a:prstGeom>
        </p:spPr>
      </p:pic>
      <p:sp>
        <p:nvSpPr>
          <p:cNvPr id="8" name="Text Box 34">
            <a:extLst>
              <a:ext uri="{FF2B5EF4-FFF2-40B4-BE49-F238E27FC236}">
                <a16:creationId xmlns:a16="http://schemas.microsoft.com/office/drawing/2014/main" id="{0BEABB3F-3394-4ED9-ABC2-C0DFA00104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82339" y="6289963"/>
            <a:ext cx="907075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45720" rIns="45720">
            <a:spAutoFit/>
          </a:bodyPr>
          <a:lstStyle/>
          <a:p>
            <a:pPr algn="l" eaLnBrk="0" hangingPunct="0">
              <a:defRPr/>
            </a:pPr>
            <a:r>
              <a:rPr lang="en-US" sz="1050" dirty="0">
                <a:solidFill>
                  <a:schemeClr val="bg1"/>
                </a:solidFill>
                <a:latin typeface="Helvetica LT Std"/>
              </a:rPr>
              <a:t>CVE is sponsored by U.S. Department of Homeland Security (DHS) Cybersecurity and Infrastructure Security Agency (CISA). Copyright © 1999–2024, The MITRE Corporation. CVE and the CVE logo are registered trademarks of The MITRE Corporation.</a:t>
            </a:r>
            <a:endParaRPr lang="en-US" altLang="en-US" sz="1050" b="0" u="none" baseline="0" dirty="0">
              <a:solidFill>
                <a:schemeClr val="bg1"/>
              </a:solidFill>
              <a:latin typeface="Helvetica LT Std"/>
              <a:cs typeface="+mn-cs"/>
            </a:endParaRPr>
          </a:p>
        </p:txBody>
      </p:sp>
      <p:sp>
        <p:nvSpPr>
          <p:cNvPr id="10" name="Rectangle 9" descr="Artifact">
            <a:extLst>
              <a:ext uri="{FF2B5EF4-FFF2-40B4-BE49-F238E27FC236}">
                <a16:creationId xmlns:a16="http://schemas.microsoft.com/office/drawing/2014/main" id="{F5CF4347-CBC7-4ECE-AD1C-B30CC1F980AC}"/>
              </a:ext>
            </a:extLst>
          </p:cNvPr>
          <p:cNvSpPr/>
          <p:nvPr userDrawn="1"/>
        </p:nvSpPr>
        <p:spPr bwMode="auto">
          <a:xfrm>
            <a:off x="81483" y="1"/>
            <a:ext cx="99586" cy="121920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21618" tIns="60809" rIns="121618" bIns="60809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6185" rtl="0" eaLnBrk="0" fontAlgn="base" latinLnBrk="0" hangingPunct="0">
              <a:lnSpc>
                <a:spcPts val="3325"/>
              </a:lnSpc>
              <a:spcBef>
                <a:spcPct val="0"/>
              </a:spcBef>
              <a:spcAft>
                <a:spcPts val="1330"/>
              </a:spcAft>
              <a:buClr>
                <a:srgbClr val="FDAA03"/>
              </a:buClr>
              <a:buSzTx/>
              <a:buFontTx/>
              <a:buNone/>
              <a:tabLst/>
            </a:pPr>
            <a:endParaRPr kumimoji="0" lang="en-US" sz="2394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 descr="Artifact">
            <a:extLst>
              <a:ext uri="{FF2B5EF4-FFF2-40B4-BE49-F238E27FC236}">
                <a16:creationId xmlns:a16="http://schemas.microsoft.com/office/drawing/2014/main" id="{71E6846E-9AE0-4380-B980-457AEA3757C5}"/>
              </a:ext>
            </a:extLst>
          </p:cNvPr>
          <p:cNvSpPr/>
          <p:nvPr userDrawn="1"/>
        </p:nvSpPr>
        <p:spPr bwMode="auto">
          <a:xfrm>
            <a:off x="81483" y="1371601"/>
            <a:ext cx="99586" cy="5486400"/>
          </a:xfrm>
          <a:prstGeom prst="rect">
            <a:avLst/>
          </a:prstGeom>
          <a:solidFill>
            <a:srgbClr val="FF6E0B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21618" tIns="60809" rIns="121618" bIns="60809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6185" rtl="0" eaLnBrk="0" fontAlgn="base" latinLnBrk="0" hangingPunct="0">
              <a:lnSpc>
                <a:spcPts val="3325"/>
              </a:lnSpc>
              <a:spcBef>
                <a:spcPct val="0"/>
              </a:spcBef>
              <a:spcAft>
                <a:spcPts val="1330"/>
              </a:spcAft>
              <a:buClr>
                <a:srgbClr val="FDAA03"/>
              </a:buClr>
              <a:buSzTx/>
              <a:buFontTx/>
              <a:buNone/>
              <a:tabLst/>
            </a:pPr>
            <a:endParaRPr kumimoji="0" lang="en-US" sz="2394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D8AC74-85EE-40C9-B4A2-0095C6AD358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312157"/>
            <a:ext cx="10515600" cy="0"/>
          </a:xfrm>
          <a:prstGeom prst="line">
            <a:avLst/>
          </a:prstGeom>
          <a:ln>
            <a:gradFill flip="none" rotWithShape="1">
              <a:gsLst>
                <a:gs pos="42000">
                  <a:srgbClr val="97D4EA"/>
                </a:gs>
                <a:gs pos="0">
                  <a:schemeClr val="bg1"/>
                </a:gs>
                <a:gs pos="72798">
                  <a:srgbClr val="FF6E0B"/>
                </a:gs>
                <a:gs pos="20000">
                  <a:schemeClr val="tx2"/>
                </a:gs>
                <a:gs pos="100000">
                  <a:schemeClr val="tx2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4F4CCAD9-094C-4DC4-A71C-C9E59EAA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4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2BD267F-6F20-4126-977C-FF1E07126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1635"/>
            <a:ext cx="10515600" cy="4745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328EEAF-2978-4FFE-8F14-9CA0DADCB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533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4C51DB7-4661-49FA-8DC1-4CECB49225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310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74" r:id="rId2"/>
    <p:sldLayoutId id="2147483683" r:id="rId3"/>
    <p:sldLayoutId id="2147483676" r:id="rId4"/>
    <p:sldLayoutId id="2147483678" r:id="rId5"/>
    <p:sldLayoutId id="2147483679" r:id="rId6"/>
    <p:sldLayoutId id="2147483685" r:id="rId7"/>
    <p:sldLayoutId id="2147483680" r:id="rId8"/>
    <p:sldLayoutId id="2147483712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200" b="1" kern="1200" dirty="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b="1" kern="120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Tahoma" panose="020B0604030504040204" pitchFamily="34" charset="0"/>
        <a:buChar char="̶"/>
        <a:defRPr sz="2400" b="0" kern="120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b="0" kern="120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Tahoma" panose="020B0604030504040204" pitchFamily="34" charset="0"/>
        <a:buChar char="̶"/>
        <a:defRPr sz="1800" b="0" kern="120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b="0" kern="120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FA3B2-5E90-4342-9E8C-A8F448126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40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1B0CF-0D71-47E3-B160-F98745C88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87474"/>
            <a:ext cx="10515600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3AB702-C182-4716-9B01-A71E1C16CF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8208" y="6289963"/>
            <a:ext cx="1249033" cy="365760"/>
          </a:xfrm>
          <a:prstGeom prst="rect">
            <a:avLst/>
          </a:prstGeom>
        </p:spPr>
      </p:pic>
      <p:sp>
        <p:nvSpPr>
          <p:cNvPr id="10" name="Rectangle 9" descr="Artifact">
            <a:extLst>
              <a:ext uri="{FF2B5EF4-FFF2-40B4-BE49-F238E27FC236}">
                <a16:creationId xmlns:a16="http://schemas.microsoft.com/office/drawing/2014/main" id="{F5CF4347-CBC7-4ECE-AD1C-B30CC1F980AC}"/>
              </a:ext>
            </a:extLst>
          </p:cNvPr>
          <p:cNvSpPr/>
          <p:nvPr userDrawn="1"/>
        </p:nvSpPr>
        <p:spPr bwMode="auto">
          <a:xfrm>
            <a:off x="81483" y="1"/>
            <a:ext cx="99586" cy="121920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21618" tIns="60809" rIns="121618" bIns="60809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6185" rtl="0" eaLnBrk="0" fontAlgn="base" latinLnBrk="0" hangingPunct="0">
              <a:lnSpc>
                <a:spcPts val="3325"/>
              </a:lnSpc>
              <a:spcBef>
                <a:spcPct val="0"/>
              </a:spcBef>
              <a:spcAft>
                <a:spcPts val="1330"/>
              </a:spcAft>
              <a:buClr>
                <a:srgbClr val="FDAA03"/>
              </a:buClr>
              <a:buSzTx/>
              <a:buFontTx/>
              <a:buNone/>
              <a:tabLst/>
            </a:pPr>
            <a:endParaRPr kumimoji="0" lang="en-US" sz="2394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96D12E9-E185-4DF5-9CC6-58620C788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75063" y="55601"/>
            <a:ext cx="1765676" cy="252626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1200">
                <a:solidFill>
                  <a:srgbClr val="161636"/>
                </a:solidFill>
              </a:defRPr>
            </a:lvl1pPr>
          </a:lstStyle>
          <a:p>
            <a:r>
              <a:rPr lang="en-US">
                <a:latin typeface="Arial" pitchFamily="34" charset="0"/>
              </a:rPr>
              <a:t>| </a:t>
            </a:r>
            <a:fld id="{295008BC-DA31-4D19-837B-EFA4386B05F5}" type="slidenum">
              <a:rPr lang="en-US" smtClean="0">
                <a:latin typeface="Arial" pitchFamily="34" charset="0"/>
              </a:rPr>
              <a:pPr/>
              <a:t>‹#›</a:t>
            </a:fld>
            <a:r>
              <a:rPr lang="en-US">
                <a:latin typeface="Arial" pitchFamily="34" charset="0"/>
              </a:rPr>
              <a:t> |</a:t>
            </a:r>
            <a:r>
              <a:rPr lang="en-US">
                <a:latin typeface="Arial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dirty="0">
              <a:latin typeface="Arial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Rectangle 10" descr="Artifact">
            <a:extLst>
              <a:ext uri="{FF2B5EF4-FFF2-40B4-BE49-F238E27FC236}">
                <a16:creationId xmlns:a16="http://schemas.microsoft.com/office/drawing/2014/main" id="{71E6846E-9AE0-4380-B980-457AEA3757C5}"/>
              </a:ext>
            </a:extLst>
          </p:cNvPr>
          <p:cNvSpPr/>
          <p:nvPr userDrawn="1"/>
        </p:nvSpPr>
        <p:spPr bwMode="auto">
          <a:xfrm>
            <a:off x="81483" y="1371601"/>
            <a:ext cx="99586" cy="5486400"/>
          </a:xfrm>
          <a:prstGeom prst="rect">
            <a:avLst/>
          </a:prstGeom>
          <a:solidFill>
            <a:srgbClr val="16163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21618" tIns="60809" rIns="121618" bIns="60809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6185" rtl="0" eaLnBrk="0" fontAlgn="base" latinLnBrk="0" hangingPunct="0">
              <a:lnSpc>
                <a:spcPts val="3325"/>
              </a:lnSpc>
              <a:spcBef>
                <a:spcPct val="0"/>
              </a:spcBef>
              <a:spcAft>
                <a:spcPts val="1330"/>
              </a:spcAft>
              <a:buClr>
                <a:srgbClr val="FDAA03"/>
              </a:buClr>
              <a:buSzTx/>
              <a:buFontTx/>
              <a:buNone/>
              <a:tabLst/>
            </a:pPr>
            <a:endParaRPr kumimoji="0" lang="en-US" sz="2394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D8AC74-85EE-40C9-B4A2-0095C6AD358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312157"/>
            <a:ext cx="10515600" cy="0"/>
          </a:xfrm>
          <a:prstGeom prst="line">
            <a:avLst/>
          </a:prstGeom>
          <a:ln>
            <a:gradFill flip="none" rotWithShape="1">
              <a:gsLst>
                <a:gs pos="35000">
                  <a:srgbClr val="97D4EA"/>
                </a:gs>
                <a:gs pos="65000">
                  <a:srgbClr val="FF6E0B"/>
                </a:gs>
                <a:gs pos="4000">
                  <a:schemeClr val="tx2"/>
                </a:gs>
                <a:gs pos="100000">
                  <a:schemeClr val="tx2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34">
            <a:extLst>
              <a:ext uri="{FF2B5EF4-FFF2-40B4-BE49-F238E27FC236}">
                <a16:creationId xmlns:a16="http://schemas.microsoft.com/office/drawing/2014/main" id="{88EC8E12-6F94-4874-BA84-4EA5FDE12F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82339" y="6289963"/>
            <a:ext cx="907075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45720" rIns="45720">
            <a:spAutoFit/>
          </a:bodyPr>
          <a:lstStyle/>
          <a:p>
            <a:pPr algn="l" eaLnBrk="0" hangingPunct="0">
              <a:defRPr/>
            </a:pPr>
            <a:r>
              <a:rPr lang="en-US" sz="1050" dirty="0">
                <a:solidFill>
                  <a:srgbClr val="161636"/>
                </a:solidFill>
                <a:latin typeface="Helvetica LT Std"/>
              </a:rPr>
              <a:t>CVE is sponsored by U.S. Department of Homeland Security (DHS) Cybersecurity and Infrastructure Security Agency (CISA). Copyright © 1999–2024, The MITRE Corporation. CVE and the CVE logo are registered trademarks of The MITRE Corporation.</a:t>
            </a:r>
            <a:endParaRPr lang="en-US" altLang="en-US" sz="1050" b="0" u="none" baseline="0" dirty="0">
              <a:solidFill>
                <a:srgbClr val="161636"/>
              </a:solidFill>
              <a:latin typeface="Helvetica LT St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50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8" r:id="rId7"/>
    <p:sldLayoutId id="2147483699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161636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b="1" kern="1200">
          <a:solidFill>
            <a:srgbClr val="161636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Tahoma" panose="020B0604030504040204" pitchFamily="34" charset="0"/>
        <a:buChar char="̶"/>
        <a:defRPr sz="2400" b="0" kern="1200">
          <a:solidFill>
            <a:srgbClr val="161636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b="0" kern="1200">
          <a:solidFill>
            <a:srgbClr val="161636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Tahoma" panose="020B0604030504040204" pitchFamily="34" charset="0"/>
        <a:buChar char="̶"/>
        <a:defRPr sz="1800" b="0" kern="1200">
          <a:solidFill>
            <a:srgbClr val="161636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b="0" kern="1200">
          <a:solidFill>
            <a:srgbClr val="161636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48583-E153-7ED1-4605-6F22EA16D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CVE Program Validation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0F43A-E37C-3DB4-1E5B-2B80C7637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/>
              <a:t>Objective</a:t>
            </a:r>
          </a:p>
          <a:p>
            <a:pPr marL="0" indent="0">
              <a:buNone/>
            </a:pPr>
            <a:r>
              <a:rPr lang="en-US" sz="3200" dirty="0"/>
              <a:t>Develop a central library that can be used by CVE Services and other applications to “validate” CVE Records to help establish a standard, widely usable support capability for increased CVE Record quality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Use cases:</a:t>
            </a:r>
          </a:p>
          <a:p>
            <a:pPr lvl="1"/>
            <a:r>
              <a:rPr lang="en-US" sz="2800" dirty="0"/>
              <a:t>Integration CVE Services: to validate CVE Records as part of the submission process</a:t>
            </a:r>
          </a:p>
          <a:p>
            <a:pPr lvl="1"/>
            <a:r>
              <a:rPr lang="en-US" sz="2800" dirty="0"/>
              <a:t>Integration with Clients to  pre validate records prior to submission</a:t>
            </a:r>
          </a:p>
          <a:p>
            <a:pPr lvl="1"/>
            <a:r>
              <a:rPr lang="en-US" sz="2800" dirty="0"/>
              <a:t>Integration with a validation service/</a:t>
            </a:r>
            <a:r>
              <a:rPr lang="en-US" sz="2800" dirty="0" err="1"/>
              <a:t>api</a:t>
            </a:r>
            <a:endParaRPr lang="en-US" sz="2800" dirty="0"/>
          </a:p>
          <a:p>
            <a:pPr marL="0" indent="0">
              <a:buNone/>
            </a:pPr>
            <a:endParaRPr lang="en-US" sz="3200" dirty="0"/>
          </a:p>
          <a:p>
            <a:pPr lvl="2"/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F154D-9DB6-5B85-0737-8948AA52E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</a:t>
            </a:r>
            <a:r>
              <a:rPr lang="en-US">
                <a:ea typeface="Tahoma" panose="020B0604030504040204" pitchFamily="34" charset="0"/>
              </a:rPr>
              <a:t> </a:t>
            </a:r>
            <a:fld id="{295008BC-DA31-4D19-837B-EFA4386B05F5}" type="slidenum">
              <a:rPr lang="en-US" smtClean="0">
                <a:ea typeface="Tahoma" panose="020B0604030504040204" pitchFamily="34" charset="0"/>
              </a:rPr>
              <a:pPr/>
              <a:t>1</a:t>
            </a:fld>
            <a:r>
              <a:rPr lang="en-US">
                <a:ea typeface="Tahoma" panose="020B0604030504040204" pitchFamily="34" charset="0"/>
              </a:rPr>
              <a:t> </a:t>
            </a:r>
            <a:r>
              <a:rPr lang="en-US"/>
              <a:t>|</a:t>
            </a:r>
            <a:r>
              <a:rPr lang="en-US">
                <a:ea typeface="Verdana" pitchFamily="34" charset="0"/>
              </a:rPr>
              <a:t> </a:t>
            </a:r>
            <a:endParaRPr lang="en-US" dirty="0"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465FF-3376-D250-E808-05234C2A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Validation Library High Level Principles/Requirements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DD52-5325-1CEE-FB39-2A5EFF705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Must be easily adoptable/integrated by various applications </a:t>
            </a:r>
          </a:p>
          <a:p>
            <a:pPr lvl="1"/>
            <a:r>
              <a:rPr lang="en-US" dirty="0"/>
              <a:t>Not just CVE Services</a:t>
            </a:r>
          </a:p>
          <a:p>
            <a:pPr lvl="1"/>
            <a:endParaRPr lang="en-US" dirty="0"/>
          </a:p>
          <a:p>
            <a:r>
              <a:rPr lang="en-US" dirty="0"/>
              <a:t>Must  enforce the validation rules of the CVE Record Schema in addition to other rules identified by the program</a:t>
            </a:r>
          </a:p>
          <a:p>
            <a:endParaRPr lang="en-US" dirty="0"/>
          </a:p>
          <a:p>
            <a:r>
              <a:rPr lang="en-US" dirty="0"/>
              <a:t>Must be extensible </a:t>
            </a:r>
          </a:p>
          <a:p>
            <a:pPr lvl="1"/>
            <a:r>
              <a:rPr lang="en-US" dirty="0"/>
              <a:t>Schema/rules must easily be updatable over time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693BF-A1C2-0DAA-3D00-FF58706E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</a:t>
            </a:r>
            <a:r>
              <a:rPr lang="en-US">
                <a:ea typeface="Tahoma" panose="020B0604030504040204" pitchFamily="34" charset="0"/>
              </a:rPr>
              <a:t> </a:t>
            </a:r>
            <a:fld id="{295008BC-DA31-4D19-837B-EFA4386B05F5}" type="slidenum">
              <a:rPr lang="en-US" smtClean="0">
                <a:ea typeface="Tahoma" panose="020B0604030504040204" pitchFamily="34" charset="0"/>
              </a:rPr>
              <a:pPr/>
              <a:t>2</a:t>
            </a:fld>
            <a:r>
              <a:rPr lang="en-US">
                <a:ea typeface="Tahoma" panose="020B0604030504040204" pitchFamily="34" charset="0"/>
              </a:rPr>
              <a:t> </a:t>
            </a:r>
            <a:r>
              <a:rPr lang="en-US"/>
              <a:t>|</a:t>
            </a:r>
            <a:r>
              <a:rPr lang="en-US">
                <a:ea typeface="Verdana" pitchFamily="34" charset="0"/>
              </a:rPr>
              <a:t> </a:t>
            </a:r>
            <a:endParaRPr lang="en-US" dirty="0"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740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B8E2F-572C-7B14-2432-88211847D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Library Principles/Requirements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91A1A-A0A5-120B-6030-38F55A7E3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Validation Error Messaging</a:t>
            </a:r>
          </a:p>
          <a:p>
            <a:pPr lvl="1"/>
            <a:r>
              <a:rPr lang="en-US" dirty="0"/>
              <a:t>Error messaging must be robust to ensure it is clear what modifications must be made to a record make it a valid submission</a:t>
            </a:r>
          </a:p>
          <a:p>
            <a:endParaRPr lang="en-US" dirty="0"/>
          </a:p>
          <a:p>
            <a:r>
              <a:rPr lang="en-US" dirty="0"/>
              <a:t>Validation Warning Messaging</a:t>
            </a:r>
          </a:p>
          <a:p>
            <a:pPr lvl="1"/>
            <a:r>
              <a:rPr lang="en-US" dirty="0"/>
              <a:t>The validation library must have the capability to provide “warning” messages for various properties identified in a given record</a:t>
            </a:r>
          </a:p>
          <a:p>
            <a:pPr lvl="2"/>
            <a:r>
              <a:rPr lang="en-US" dirty="0"/>
              <a:t>These warning messages would be used to support updates to the CVE Record Format, contributing to the orderly community transition to the updated schemas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76B8D-2B53-BC52-8D05-9C5CEAD9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</a:t>
            </a:r>
            <a:r>
              <a:rPr lang="en-US">
                <a:ea typeface="Tahoma" panose="020B0604030504040204" pitchFamily="34" charset="0"/>
              </a:rPr>
              <a:t> </a:t>
            </a:r>
            <a:fld id="{295008BC-DA31-4D19-837B-EFA4386B05F5}" type="slidenum">
              <a:rPr lang="en-US" smtClean="0">
                <a:ea typeface="Tahoma" panose="020B0604030504040204" pitchFamily="34" charset="0"/>
              </a:rPr>
              <a:pPr/>
              <a:t>3</a:t>
            </a:fld>
            <a:r>
              <a:rPr lang="en-US">
                <a:ea typeface="Tahoma" panose="020B0604030504040204" pitchFamily="34" charset="0"/>
              </a:rPr>
              <a:t> </a:t>
            </a:r>
            <a:r>
              <a:rPr lang="en-US"/>
              <a:t>|</a:t>
            </a:r>
            <a:r>
              <a:rPr lang="en-US">
                <a:ea typeface="Verdana" pitchFamily="34" charset="0"/>
              </a:rPr>
              <a:t> </a:t>
            </a:r>
            <a:endParaRPr lang="en-US" dirty="0"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112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D27B-A05D-FE56-77F7-C1F208D7A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196"/>
            <a:ext cx="10515600" cy="854076"/>
          </a:xfrm>
        </p:spPr>
        <p:txBody>
          <a:bodyPr/>
          <a:lstStyle/>
          <a:p>
            <a:r>
              <a:rPr lang="en-US" dirty="0"/>
              <a:t>Implementation Plan (proposal)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09FDE-441C-A27E-4F44-20FD982F2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255"/>
            <a:ext cx="10515600" cy="5145193"/>
          </a:xfrm>
        </p:spPr>
        <p:txBody>
          <a:bodyPr>
            <a:normAutofit/>
          </a:bodyPr>
          <a:lstStyle/>
          <a:p>
            <a:r>
              <a:rPr lang="en-US" dirty="0"/>
              <a:t> Phase I : Development</a:t>
            </a:r>
          </a:p>
          <a:p>
            <a:pPr lvl="1"/>
            <a:r>
              <a:rPr lang="en-US" dirty="0"/>
              <a:t>Library prototype for basic functionality </a:t>
            </a:r>
          </a:p>
          <a:p>
            <a:pPr lvl="2"/>
            <a:r>
              <a:rPr lang="en-US" dirty="0"/>
              <a:t>Available in GitHub as a separate repository </a:t>
            </a:r>
          </a:p>
          <a:p>
            <a:pPr lvl="3"/>
            <a:r>
              <a:rPr lang="en-US" dirty="0"/>
              <a:t>With instructions on how to integrate</a:t>
            </a:r>
          </a:p>
          <a:p>
            <a:pPr lvl="2"/>
            <a:r>
              <a:rPr lang="en-US" dirty="0"/>
              <a:t>Framework for robust error messaging</a:t>
            </a:r>
          </a:p>
          <a:p>
            <a:pPr lvl="2"/>
            <a:r>
              <a:rPr lang="en-US" dirty="0"/>
              <a:t>Framework for warning messages</a:t>
            </a:r>
          </a:p>
          <a:p>
            <a:pPr lvl="2"/>
            <a:r>
              <a:rPr lang="en-US" dirty="0"/>
              <a:t>Validation rules/schema that are used in CVE Services today</a:t>
            </a:r>
          </a:p>
          <a:p>
            <a:pPr lvl="3"/>
            <a:r>
              <a:rPr lang="en-US" dirty="0"/>
              <a:t>Updateable with new rules/schema</a:t>
            </a:r>
          </a:p>
          <a:p>
            <a:pPr lvl="2"/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Time frame: July/2026</a:t>
            </a:r>
          </a:p>
          <a:p>
            <a:pPr marL="457200" lvl="1" indent="0">
              <a:buNone/>
            </a:pPr>
            <a:endParaRPr lang="en-US" dirty="0"/>
          </a:p>
          <a:p>
            <a:pPr lvl="2"/>
            <a:endParaRPr lang="en-US" b="1" dirty="0">
              <a:solidFill>
                <a:schemeClr val="bg2">
                  <a:lumMod val="90000"/>
                </a:schemeClr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C9AE7-67AA-3A97-8241-B259D9D8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</a:t>
            </a:r>
            <a:r>
              <a:rPr lang="en-US">
                <a:ea typeface="Tahoma" panose="020B0604030504040204" pitchFamily="34" charset="0"/>
              </a:rPr>
              <a:t> </a:t>
            </a:r>
            <a:fld id="{295008BC-DA31-4D19-837B-EFA4386B05F5}" type="slidenum">
              <a:rPr lang="en-US" smtClean="0">
                <a:ea typeface="Tahoma" panose="020B0604030504040204" pitchFamily="34" charset="0"/>
              </a:rPr>
              <a:pPr/>
              <a:t>4</a:t>
            </a:fld>
            <a:r>
              <a:rPr lang="en-US">
                <a:ea typeface="Tahoma" panose="020B0604030504040204" pitchFamily="34" charset="0"/>
              </a:rPr>
              <a:t> </a:t>
            </a:r>
            <a:r>
              <a:rPr lang="en-US"/>
              <a:t>|</a:t>
            </a:r>
            <a:r>
              <a:rPr lang="en-US">
                <a:ea typeface="Verdana" pitchFamily="34" charset="0"/>
              </a:rPr>
              <a:t> </a:t>
            </a:r>
            <a:endParaRPr lang="en-US" dirty="0"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176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83FF-2B10-29DA-1FDB-ED853295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524F53-736D-6398-0FEC-7A152A8335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459311"/>
              </p:ext>
            </p:extLst>
          </p:nvPr>
        </p:nvGraphicFramePr>
        <p:xfrm>
          <a:off x="3351496" y="2142177"/>
          <a:ext cx="8269486" cy="3261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EA6B72F-0836-AAA8-8A77-040FD92FAD03}"/>
              </a:ext>
            </a:extLst>
          </p:cNvPr>
          <p:cNvSpPr/>
          <p:nvPr/>
        </p:nvSpPr>
        <p:spPr>
          <a:xfrm>
            <a:off x="193010" y="1915211"/>
            <a:ext cx="2593888" cy="42096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b="1" dirty="0"/>
              <a:t>Consumer Application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Calls validate function with a CVE Record JSON or</a:t>
            </a:r>
          </a:p>
          <a:p>
            <a:pPr algn="ctr"/>
            <a:r>
              <a:rPr lang="en-US" dirty="0"/>
              <a:t>CNA Container JSON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6ADDE0-8F89-3533-69B3-F0CD4506F788}"/>
              </a:ext>
            </a:extLst>
          </p:cNvPr>
          <p:cNvSpPr/>
          <p:nvPr/>
        </p:nvSpPr>
        <p:spPr>
          <a:xfrm>
            <a:off x="3351496" y="1685365"/>
            <a:ext cx="8550876" cy="4655179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000" b="1" dirty="0">
                <a:solidFill>
                  <a:schemeClr val="bg1"/>
                </a:solidFill>
              </a:rPr>
              <a:t>         Validation flow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2D4447-1C7E-21B5-BA47-383BB54EBADE}"/>
              </a:ext>
            </a:extLst>
          </p:cNvPr>
          <p:cNvSpPr txBox="1"/>
          <p:nvPr/>
        </p:nvSpPr>
        <p:spPr>
          <a:xfrm>
            <a:off x="3725158" y="1321212"/>
            <a:ext cx="2240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CVE Validation Library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E07F1D-4A0C-D4DB-67D9-6809469EE02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2786898" y="4012955"/>
            <a:ext cx="564598" cy="707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4FA45E0-95CB-217C-FA3C-70114F6847EC}"/>
              </a:ext>
            </a:extLst>
          </p:cNvPr>
          <p:cNvSpPr/>
          <p:nvPr/>
        </p:nvSpPr>
        <p:spPr>
          <a:xfrm>
            <a:off x="489102" y="4264907"/>
            <a:ext cx="1923358" cy="978874"/>
          </a:xfrm>
          <a:prstGeom prst="round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Define custom rules/schemas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E27F442-CAAD-E109-1B8F-C7C8EF029CFF}"/>
              </a:ext>
            </a:extLst>
          </p:cNvPr>
          <p:cNvCxnSpPr>
            <a:cxnSpLocks/>
          </p:cNvCxnSpPr>
          <p:nvPr/>
        </p:nvCxnSpPr>
        <p:spPr>
          <a:xfrm>
            <a:off x="4252342" y="5109882"/>
            <a:ext cx="0" cy="574791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C3437A0-B365-0523-6214-84CFB6CDA2D0}"/>
              </a:ext>
            </a:extLst>
          </p:cNvPr>
          <p:cNvSpPr txBox="1"/>
          <p:nvPr/>
        </p:nvSpPr>
        <p:spPr>
          <a:xfrm>
            <a:off x="3574028" y="5542945"/>
            <a:ext cx="1360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Post Phase 1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9D7168-8E42-63C3-0CBB-1E523D04C39D}"/>
              </a:ext>
            </a:extLst>
          </p:cNvPr>
          <p:cNvCxnSpPr>
            <a:cxnSpLocks/>
          </p:cNvCxnSpPr>
          <p:nvPr/>
        </p:nvCxnSpPr>
        <p:spPr>
          <a:xfrm>
            <a:off x="1489954" y="5260685"/>
            <a:ext cx="0" cy="42398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150EB79-85F1-3F48-39A9-69809A78172E}"/>
              </a:ext>
            </a:extLst>
          </p:cNvPr>
          <p:cNvSpPr txBox="1"/>
          <p:nvPr/>
        </p:nvSpPr>
        <p:spPr>
          <a:xfrm>
            <a:off x="838200" y="5575554"/>
            <a:ext cx="1360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Post Phase 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69CCE2-48EE-CC4D-65AD-024E11E72894}"/>
              </a:ext>
            </a:extLst>
          </p:cNvPr>
          <p:cNvCxnSpPr>
            <a:cxnSpLocks/>
          </p:cNvCxnSpPr>
          <p:nvPr/>
        </p:nvCxnSpPr>
        <p:spPr>
          <a:xfrm>
            <a:off x="7479636" y="5109310"/>
            <a:ext cx="0" cy="574791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41A1302-AEBA-5F00-1FDF-9400BA25C3A9}"/>
              </a:ext>
            </a:extLst>
          </p:cNvPr>
          <p:cNvSpPr txBox="1"/>
          <p:nvPr/>
        </p:nvSpPr>
        <p:spPr>
          <a:xfrm>
            <a:off x="6801322" y="5542373"/>
            <a:ext cx="1360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Post Phase 1</a:t>
            </a:r>
          </a:p>
        </p:txBody>
      </p:sp>
    </p:spTree>
    <p:extLst>
      <p:ext uri="{BB962C8B-B14F-4D97-AF65-F5344CB8AC3E}">
        <p14:creationId xmlns:p14="http://schemas.microsoft.com/office/powerpoint/2010/main" val="98341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D32BF-0CDA-EE76-0889-AE6353667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65" y="13276"/>
            <a:ext cx="10515600" cy="1325563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D5EE85-891D-8212-AC19-79D1E341BA2A}"/>
              </a:ext>
            </a:extLst>
          </p:cNvPr>
          <p:cNvSpPr/>
          <p:nvPr/>
        </p:nvSpPr>
        <p:spPr>
          <a:xfrm>
            <a:off x="422038" y="1816342"/>
            <a:ext cx="2593888" cy="43777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Consumer Application</a:t>
            </a:r>
          </a:p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Calls validate function with CVE Record JSON</a:t>
            </a:r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or</a:t>
            </a:r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CNA Container JSON</a:t>
            </a:r>
          </a:p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67F952-0781-2F56-12CD-49D0F79EEF8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015926" y="4005226"/>
            <a:ext cx="3272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DBC989C-1220-33E4-80A8-068226B18DB9}"/>
              </a:ext>
            </a:extLst>
          </p:cNvPr>
          <p:cNvSpPr/>
          <p:nvPr/>
        </p:nvSpPr>
        <p:spPr>
          <a:xfrm>
            <a:off x="6186964" y="1516223"/>
            <a:ext cx="3854369" cy="1325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 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Public entry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Orchestrates the validation flow</a:t>
            </a:r>
          </a:p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3CAAF9-7285-6A8F-752E-B24E2D0CEF98}"/>
              </a:ext>
            </a:extLst>
          </p:cNvPr>
          <p:cNvSpPr/>
          <p:nvPr/>
        </p:nvSpPr>
        <p:spPr>
          <a:xfrm>
            <a:off x="6651479" y="5401965"/>
            <a:ext cx="2482771" cy="810378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Rules Registry</a:t>
            </a:r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e.g.: CVSS score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F8EAFC-EC65-3B9F-25EB-E86A69DC2F91}"/>
              </a:ext>
            </a:extLst>
          </p:cNvPr>
          <p:cNvSpPr/>
          <p:nvPr/>
        </p:nvSpPr>
        <p:spPr>
          <a:xfrm>
            <a:off x="9225732" y="5382617"/>
            <a:ext cx="2482770" cy="829726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Schema Registry</a:t>
            </a:r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e.g.: different schema versions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FDB2ED9-F0A1-8186-63F0-4264906015B0}"/>
              </a:ext>
            </a:extLst>
          </p:cNvPr>
          <p:cNvSpPr/>
          <p:nvPr/>
        </p:nvSpPr>
        <p:spPr>
          <a:xfrm>
            <a:off x="3343208" y="1338838"/>
            <a:ext cx="8597780" cy="5519159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000" b="1" dirty="0">
                <a:solidFill>
                  <a:schemeClr val="bg1"/>
                </a:solidFill>
              </a:rPr>
              <a:t>CVE Validation Library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981E1E-5E20-8362-9137-095C13B3759C}"/>
              </a:ext>
            </a:extLst>
          </p:cNvPr>
          <p:cNvCxnSpPr>
            <a:cxnSpLocks/>
            <a:stCxn id="17" idx="2"/>
            <a:endCxn id="25" idx="0"/>
          </p:cNvCxnSpPr>
          <p:nvPr/>
        </p:nvCxnSpPr>
        <p:spPr>
          <a:xfrm flipH="1">
            <a:off x="4584593" y="2841786"/>
            <a:ext cx="3529556" cy="78224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4AC13C9-0D9E-90AC-D0BA-8D948EBFF733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flipH="1">
            <a:off x="6909306" y="2841786"/>
            <a:ext cx="1204843" cy="77891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6EE0CA8-9F5A-A809-D569-1045847C5A62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8114149" y="2841786"/>
            <a:ext cx="327282" cy="2560178"/>
          </a:xfrm>
          <a:prstGeom prst="line">
            <a:avLst/>
          </a:prstGeom>
          <a:ln w="19050" cap="flat" cmpd="sng" algn="ctr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9C7415B-12C2-A1CC-A46D-D435DAED0EB7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>
            <a:off x="8114149" y="2841786"/>
            <a:ext cx="2352968" cy="2540831"/>
          </a:xfrm>
          <a:prstGeom prst="line">
            <a:avLst/>
          </a:prstGeom>
          <a:ln w="19050" cap="flat" cmpd="sng" algn="ctr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B23E481-3C08-5812-B3B8-BB1AC543522C}"/>
              </a:ext>
            </a:extLst>
          </p:cNvPr>
          <p:cNvSpPr/>
          <p:nvPr/>
        </p:nvSpPr>
        <p:spPr>
          <a:xfrm>
            <a:off x="5864790" y="3620703"/>
            <a:ext cx="2089031" cy="16661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Diagnostics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error, warning, or informational feedback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41D670-940C-4D49-8779-56BC118C575C}"/>
              </a:ext>
            </a:extLst>
          </p:cNvPr>
          <p:cNvSpPr/>
          <p:nvPr/>
        </p:nvSpPr>
        <p:spPr>
          <a:xfrm>
            <a:off x="3464724" y="3624030"/>
            <a:ext cx="2239738" cy="16661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Executes CVE schema validation Program rules</a:t>
            </a:r>
          </a:p>
          <a:p>
            <a:pPr algn="ctr"/>
            <a:endParaRPr lang="en-US" dirty="0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E5CD8D3A-0205-F190-DC42-FEEEBCAFCD3B}"/>
              </a:ext>
            </a:extLst>
          </p:cNvPr>
          <p:cNvSpPr/>
          <p:nvPr/>
        </p:nvSpPr>
        <p:spPr>
          <a:xfrm>
            <a:off x="838199" y="4363656"/>
            <a:ext cx="1780219" cy="1018960"/>
          </a:xfrm>
          <a:prstGeom prst="round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Define custom rules/schema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233457D-2FA0-1FD0-A667-4C78BA45784A}"/>
              </a:ext>
            </a:extLst>
          </p:cNvPr>
          <p:cNvCxnSpPr>
            <a:cxnSpLocks/>
          </p:cNvCxnSpPr>
          <p:nvPr/>
        </p:nvCxnSpPr>
        <p:spPr>
          <a:xfrm>
            <a:off x="1489954" y="5401964"/>
            <a:ext cx="0" cy="369651"/>
          </a:xfrm>
          <a:prstGeom prst="line">
            <a:avLst/>
          </a:prstGeom>
          <a:ln w="1905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F72B66A-0D6E-DD91-BFF1-3D139C3EFD10}"/>
              </a:ext>
            </a:extLst>
          </p:cNvPr>
          <p:cNvSpPr txBox="1"/>
          <p:nvPr/>
        </p:nvSpPr>
        <p:spPr>
          <a:xfrm>
            <a:off x="838200" y="5716833"/>
            <a:ext cx="1413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Post Phase 1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F597A0-E84B-ED91-AE3B-1B19C403E74E}"/>
              </a:ext>
            </a:extLst>
          </p:cNvPr>
          <p:cNvCxnSpPr>
            <a:cxnSpLocks/>
          </p:cNvCxnSpPr>
          <p:nvPr/>
        </p:nvCxnSpPr>
        <p:spPr>
          <a:xfrm>
            <a:off x="7982769" y="6253229"/>
            <a:ext cx="0" cy="369651"/>
          </a:xfrm>
          <a:prstGeom prst="line">
            <a:avLst/>
          </a:prstGeom>
          <a:ln w="19050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4220029-53DA-0224-AFC8-56DA9704442D}"/>
              </a:ext>
            </a:extLst>
          </p:cNvPr>
          <p:cNvSpPr txBox="1"/>
          <p:nvPr/>
        </p:nvSpPr>
        <p:spPr>
          <a:xfrm>
            <a:off x="7331015" y="6568098"/>
            <a:ext cx="1360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Post Phase 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831DE3-37CD-2298-5173-98CEAB29BEF0}"/>
              </a:ext>
            </a:extLst>
          </p:cNvPr>
          <p:cNvCxnSpPr>
            <a:cxnSpLocks/>
          </p:cNvCxnSpPr>
          <p:nvPr/>
        </p:nvCxnSpPr>
        <p:spPr>
          <a:xfrm>
            <a:off x="10413261" y="6213513"/>
            <a:ext cx="0" cy="369651"/>
          </a:xfrm>
          <a:prstGeom prst="line">
            <a:avLst/>
          </a:prstGeom>
          <a:ln w="19050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7A89A83-0FD5-F10E-B2FB-343A467A5B8E}"/>
              </a:ext>
            </a:extLst>
          </p:cNvPr>
          <p:cNvSpPr txBox="1"/>
          <p:nvPr/>
        </p:nvSpPr>
        <p:spPr>
          <a:xfrm>
            <a:off x="9761507" y="6528382"/>
            <a:ext cx="1360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Post Phase 1</a:t>
            </a:r>
          </a:p>
        </p:txBody>
      </p:sp>
    </p:spTree>
    <p:extLst>
      <p:ext uri="{BB962C8B-B14F-4D97-AF65-F5344CB8AC3E}">
        <p14:creationId xmlns:p14="http://schemas.microsoft.com/office/powerpoint/2010/main" val="3720368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073E-BE35-CDA0-C0D3-8205552CF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ACD0A-00AD-EFC7-0853-587303D09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48B43-3650-8DA8-A424-50B175D7D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</a:t>
            </a:r>
            <a:r>
              <a:rPr lang="en-US">
                <a:ea typeface="Tahoma" panose="020B0604030504040204" pitchFamily="34" charset="0"/>
              </a:rPr>
              <a:t> </a:t>
            </a:r>
            <a:fld id="{295008BC-DA31-4D19-837B-EFA4386B05F5}" type="slidenum">
              <a:rPr lang="en-US" smtClean="0">
                <a:ea typeface="Tahoma" panose="020B0604030504040204" pitchFamily="34" charset="0"/>
              </a:rPr>
              <a:pPr/>
              <a:t>7</a:t>
            </a:fld>
            <a:r>
              <a:rPr lang="en-US">
                <a:ea typeface="Tahoma" panose="020B0604030504040204" pitchFamily="34" charset="0"/>
              </a:rPr>
              <a:t> </a:t>
            </a:r>
            <a:r>
              <a:rPr lang="en-US"/>
              <a:t>|</a:t>
            </a:r>
            <a:r>
              <a:rPr lang="en-US">
                <a:ea typeface="Verdana" pitchFamily="34" charset="0"/>
              </a:rPr>
              <a:t> </a:t>
            </a:r>
            <a:endParaRPr lang="en-US" dirty="0"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023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5D794-F81E-9967-4CA9-18ACFAB32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C6F90-BBF7-FCFA-BBFF-F0D5EC646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Plan (proposal 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313C6-9A1A-21BC-29E0-D4A4830A1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II: CVE Service Integration</a:t>
            </a:r>
          </a:p>
          <a:p>
            <a:pPr lvl="1"/>
            <a:r>
              <a:rPr lang="en-US" dirty="0"/>
              <a:t>CVE Service Integration </a:t>
            </a:r>
          </a:p>
          <a:p>
            <a:pPr lvl="2"/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Testing Environment: August/2026</a:t>
            </a:r>
          </a:p>
          <a:p>
            <a:pPr lvl="3"/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messaging begins for upgrade of CVE Services</a:t>
            </a:r>
          </a:p>
          <a:p>
            <a:pPr lvl="2"/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Production Deployment: October/2026</a:t>
            </a:r>
          </a:p>
          <a:p>
            <a:pPr lvl="2"/>
            <a:endParaRPr lang="en-US" b="1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dirty="0"/>
              <a:t>Phase III: Migration to an NPM library distribution/support effort</a:t>
            </a:r>
          </a:p>
          <a:p>
            <a:pPr lvl="1"/>
            <a:r>
              <a:rPr lang="en-US" dirty="0"/>
              <a:t>Spring/2027</a:t>
            </a:r>
          </a:p>
          <a:p>
            <a:pPr lvl="2"/>
            <a:endParaRPr lang="en-US" b="1" dirty="0">
              <a:solidFill>
                <a:schemeClr val="bg2">
                  <a:lumMod val="90000"/>
                </a:schemeClr>
              </a:solidFill>
            </a:endParaRPr>
          </a:p>
          <a:p>
            <a:pPr marL="914400" lvl="2" indent="0">
              <a:buNone/>
            </a:pPr>
            <a:endParaRPr lang="en-US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0E6B0-4E16-6C52-B65B-813D37B12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</a:t>
            </a:r>
            <a:r>
              <a:rPr lang="en-US">
                <a:ea typeface="Tahoma" panose="020B0604030504040204" pitchFamily="34" charset="0"/>
              </a:rPr>
              <a:t> </a:t>
            </a:r>
            <a:fld id="{295008BC-DA31-4D19-837B-EFA4386B05F5}" type="slidenum">
              <a:rPr lang="en-US" smtClean="0">
                <a:ea typeface="Tahoma" panose="020B0604030504040204" pitchFamily="34" charset="0"/>
              </a:rPr>
              <a:pPr/>
              <a:t>8</a:t>
            </a:fld>
            <a:r>
              <a:rPr lang="en-US">
                <a:ea typeface="Tahoma" panose="020B0604030504040204" pitchFamily="34" charset="0"/>
              </a:rPr>
              <a:t> </a:t>
            </a:r>
            <a:r>
              <a:rPr lang="en-US"/>
              <a:t>|</a:t>
            </a:r>
            <a:r>
              <a:rPr lang="en-US">
                <a:ea typeface="Verdana" pitchFamily="34" charset="0"/>
              </a:rPr>
              <a:t> </a:t>
            </a:r>
            <a:endParaRPr lang="en-US" dirty="0"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585141"/>
      </p:ext>
    </p:extLst>
  </p:cSld>
  <p:clrMapOvr>
    <a:masterClrMapping/>
  </p:clrMapOvr>
</p:sld>
</file>

<file path=ppt/theme/theme1.xml><?xml version="1.0" encoding="utf-8"?>
<a:theme xmlns:a="http://schemas.openxmlformats.org/drawingml/2006/main" name="CVE 2021 - Dark">
  <a:themeElements>
    <a:clrScheme name="Custom 37">
      <a:dk1>
        <a:sysClr val="windowText" lastClr="000000"/>
      </a:dk1>
      <a:lt1>
        <a:sysClr val="window" lastClr="FFFFFF"/>
      </a:lt1>
      <a:dk2>
        <a:srgbClr val="540054"/>
      </a:dk2>
      <a:lt2>
        <a:srgbClr val="FBEEC9"/>
      </a:lt2>
      <a:accent1>
        <a:srgbClr val="FFB000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VE POWERPOINT TEMPLATE_February2024" id="{4DE442D3-6BDC-2243-A8E1-73F8213F54E7}" vid="{6D9C463F-7DE7-EE4B-A170-827568650FD6}"/>
    </a:ext>
  </a:extLst>
</a:theme>
</file>

<file path=ppt/theme/theme2.xml><?xml version="1.0" encoding="utf-8"?>
<a:theme xmlns:a="http://schemas.openxmlformats.org/drawingml/2006/main" name="1_CVE 2021 - White">
  <a:themeElements>
    <a:clrScheme name="Custom 37">
      <a:dk1>
        <a:sysClr val="windowText" lastClr="000000"/>
      </a:dk1>
      <a:lt1>
        <a:sysClr val="window" lastClr="FFFFFF"/>
      </a:lt1>
      <a:dk2>
        <a:srgbClr val="540054"/>
      </a:dk2>
      <a:lt2>
        <a:srgbClr val="FBEEC9"/>
      </a:lt2>
      <a:accent1>
        <a:srgbClr val="FFB000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VE POWERPOINT TEMPLATE_February2024" id="{4DE442D3-6BDC-2243-A8E1-73F8213F54E7}" vid="{D1C74942-C9A1-884B-92B3-E2609F04970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2ee08d2-a08f-4780-98b4-8caf355fdce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6EE2EFFA8D0844BB35FA9925A3CE04" ma:contentTypeVersion="15" ma:contentTypeDescription="Create a new document." ma:contentTypeScope="" ma:versionID="f455e4880a23d1d8c685e1a79e93ae56">
  <xsd:schema xmlns:xsd="http://www.w3.org/2001/XMLSchema" xmlns:xs="http://www.w3.org/2001/XMLSchema" xmlns:p="http://schemas.microsoft.com/office/2006/metadata/properties" xmlns:ns3="46231387-b76b-4d77-850b-2e24a827f940" xmlns:ns4="02ee08d2-a08f-4780-98b4-8caf355fdcee" targetNamespace="http://schemas.microsoft.com/office/2006/metadata/properties" ma:root="true" ma:fieldsID="a229aaa232ac5321cfa938aa3183aafc" ns3:_="" ns4:_="">
    <xsd:import namespace="46231387-b76b-4d77-850b-2e24a827f940"/>
    <xsd:import namespace="02ee08d2-a08f-4780-98b4-8caf355fdce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_activity" minOccurs="0"/>
                <xsd:element ref="ns4:MediaServiceObjectDetectorVersion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231387-b76b-4d77-850b-2e24a827f94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ee08d2-a08f-4780-98b4-8caf355fdc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50FCDD-08B1-48D8-BB50-7A17E590A5EE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02ee08d2-a08f-4780-98b4-8caf355fdcee"/>
    <ds:schemaRef ds:uri="46231387-b76b-4d77-850b-2e24a827f940"/>
  </ds:schemaRefs>
</ds:datastoreItem>
</file>

<file path=customXml/itemProps2.xml><?xml version="1.0" encoding="utf-8"?>
<ds:datastoreItem xmlns:ds="http://schemas.openxmlformats.org/officeDocument/2006/customXml" ds:itemID="{416BA5C9-2D71-4B86-AE8A-8C0D9BC5FB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1FBE73-BF4D-408B-9F53-83129F8912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231387-b76b-4d77-850b-2e24a827f940"/>
    <ds:schemaRef ds:uri="02ee08d2-a08f-4780-98b4-8caf355fdc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CVE POWERPOINT TEMPLATE_February2024</Template>
  <TotalTime>35878</TotalTime>
  <Words>513</Words>
  <Application>Microsoft Office PowerPoint</Application>
  <PresentationFormat>Widescreen</PresentationFormat>
  <Paragraphs>102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Helvetica LT Std</vt:lpstr>
      <vt:lpstr>Tahoma</vt:lpstr>
      <vt:lpstr>Verdana</vt:lpstr>
      <vt:lpstr>Wingdings</vt:lpstr>
      <vt:lpstr>CVE 2021 - Dark</vt:lpstr>
      <vt:lpstr>1_CVE 2021 - White</vt:lpstr>
      <vt:lpstr>CVE Program Validation Library</vt:lpstr>
      <vt:lpstr>Validation Library High Level Principles/Requirements</vt:lpstr>
      <vt:lpstr>Validation Library Principles/Requirements (cont)</vt:lpstr>
      <vt:lpstr>Implementation Plan (proposal)</vt:lpstr>
      <vt:lpstr>Validation Flow</vt:lpstr>
      <vt:lpstr>Architecture</vt:lpstr>
      <vt:lpstr>PowerPoint Presentation</vt:lpstr>
      <vt:lpstr>Implementation Plan (proposal cont)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 Britton</dc:creator>
  <cp:lastModifiedBy>Kris Britton</cp:lastModifiedBy>
  <cp:revision>26</cp:revision>
  <dcterms:created xsi:type="dcterms:W3CDTF">2024-10-03T15:26:17Z</dcterms:created>
  <dcterms:modified xsi:type="dcterms:W3CDTF">2026-06-23T12:27:01Z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0x0101002B6EE2EFFA8D0844BB35FA9925A3CE04</vt:lpwstr>
  </property>
  <property fmtid="{D5CDD505-2E9C-101B-9397-08002B2CF9AE}" pid="3" name="SharedWithUsers">
    <vt:lpwstr>498;#Thu A Tran</vt:lpwstr>
  </property>
</Properties>
</file>